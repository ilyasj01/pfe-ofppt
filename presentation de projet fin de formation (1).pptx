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2"/>
  </p:notesMasterIdLst>
  <p:sldIdLst>
    <p:sldId id="257" r:id="rId5"/>
    <p:sldId id="259" r:id="rId6"/>
    <p:sldId id="260" r:id="rId7"/>
    <p:sldId id="261" r:id="rId8"/>
    <p:sldId id="262" r:id="rId9"/>
    <p:sldId id="264" r:id="rId10"/>
    <p:sldId id="265" r:id="rId11"/>
    <p:sldId id="263" r:id="rId12"/>
    <p:sldId id="266" r:id="rId13"/>
    <p:sldId id="267" r:id="rId14"/>
    <p:sldId id="268" r:id="rId15"/>
    <p:sldId id="269" r:id="rId16"/>
    <p:sldId id="271" r:id="rId17"/>
    <p:sldId id="270" r:id="rId18"/>
    <p:sldId id="272" r:id="rId19"/>
    <p:sldId id="274" r:id="rId20"/>
    <p:sldId id="282" r:id="rId21"/>
    <p:sldId id="275" r:id="rId22"/>
    <p:sldId id="277" r:id="rId23"/>
    <p:sldId id="276" r:id="rId24"/>
    <p:sldId id="278" r:id="rId25"/>
    <p:sldId id="279" r:id="rId26"/>
    <p:sldId id="280" r:id="rId27"/>
    <p:sldId id="283" r:id="rId28"/>
    <p:sldId id="284" r:id="rId29"/>
    <p:sldId id="285" r:id="rId30"/>
    <p:sldId id="281" r:id="rId3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B76A3E-45CA-4742-BFA7-E6925074E532}" v="288" dt="2023-06-21T23:57:13.028"/>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BC89EF96-8CEA-46FF-86C4-4CE0E7609802}" styleName="Style léger 3 - Accentuation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06" autoAdjust="0"/>
    <p:restoredTop sz="94660"/>
  </p:normalViewPr>
  <p:slideViewPr>
    <p:cSldViewPr snapToGrid="0">
      <p:cViewPr varScale="1">
        <p:scale>
          <a:sx n="71" d="100"/>
          <a:sy n="71" d="100"/>
        </p:scale>
        <p:origin x="666"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OUANI SIHAM" userId="af9e6765-9306-4646-8d24-62eb933fa0ea" providerId="ADAL" clId="{DAB76A3E-45CA-4742-BFA7-E6925074E532}"/>
    <pc:docChg chg="undo custSel addSld modSld">
      <pc:chgData name="ALOUANI SIHAM" userId="af9e6765-9306-4646-8d24-62eb933fa0ea" providerId="ADAL" clId="{DAB76A3E-45CA-4742-BFA7-E6925074E532}" dt="2023-06-21T23:57:13.027" v="634"/>
      <pc:docMkLst>
        <pc:docMk/>
      </pc:docMkLst>
      <pc:sldChg chg="modSp modAnim">
        <pc:chgData name="ALOUANI SIHAM" userId="af9e6765-9306-4646-8d24-62eb933fa0ea" providerId="ADAL" clId="{DAB76A3E-45CA-4742-BFA7-E6925074E532}" dt="2023-06-21T23:38:35.733" v="627"/>
        <pc:sldMkLst>
          <pc:docMk/>
          <pc:sldMk cId="769492841" sldId="259"/>
        </pc:sldMkLst>
        <pc:spChg chg="mod">
          <ac:chgData name="ALOUANI SIHAM" userId="af9e6765-9306-4646-8d24-62eb933fa0ea" providerId="ADAL" clId="{DAB76A3E-45CA-4742-BFA7-E6925074E532}" dt="2023-06-21T18:19:08.323" v="534" actId="20577"/>
          <ac:spMkLst>
            <pc:docMk/>
            <pc:sldMk cId="769492841" sldId="259"/>
            <ac:spMk id="63" creationId="{96EEAC7C-8B36-C5F5-EC97-B51FF375C5BE}"/>
          </ac:spMkLst>
        </pc:spChg>
      </pc:sldChg>
      <pc:sldChg chg="addSp delSp modSp mod delAnim modAnim">
        <pc:chgData name="ALOUANI SIHAM" userId="af9e6765-9306-4646-8d24-62eb933fa0ea" providerId="ADAL" clId="{DAB76A3E-45CA-4742-BFA7-E6925074E532}" dt="2023-06-21T19:08:30.664" v="564" actId="1076"/>
        <pc:sldMkLst>
          <pc:docMk/>
          <pc:sldMk cId="351615257" sldId="267"/>
        </pc:sldMkLst>
        <pc:picChg chg="add mod">
          <ac:chgData name="ALOUANI SIHAM" userId="af9e6765-9306-4646-8d24-62eb933fa0ea" providerId="ADAL" clId="{DAB76A3E-45CA-4742-BFA7-E6925074E532}" dt="2023-06-21T19:08:30.664" v="564" actId="1076"/>
          <ac:picMkLst>
            <pc:docMk/>
            <pc:sldMk cId="351615257" sldId="267"/>
            <ac:picMk id="3" creationId="{6DA805F4-7B19-0296-5996-855E61F22C14}"/>
          </ac:picMkLst>
        </pc:picChg>
        <pc:picChg chg="del">
          <ac:chgData name="ALOUANI SIHAM" userId="af9e6765-9306-4646-8d24-62eb933fa0ea" providerId="ADAL" clId="{DAB76A3E-45CA-4742-BFA7-E6925074E532}" dt="2023-06-21T19:06:07.191" v="551" actId="478"/>
          <ac:picMkLst>
            <pc:docMk/>
            <pc:sldMk cId="351615257" sldId="267"/>
            <ac:picMk id="5" creationId="{862A204D-72F2-1DD1-07FC-534BA90F9B5F}"/>
          </ac:picMkLst>
        </pc:picChg>
        <pc:cxnChg chg="del">
          <ac:chgData name="ALOUANI SIHAM" userId="af9e6765-9306-4646-8d24-62eb933fa0ea" providerId="ADAL" clId="{DAB76A3E-45CA-4742-BFA7-E6925074E532}" dt="2023-06-21T19:06:09.145" v="552" actId="478"/>
          <ac:cxnSpMkLst>
            <pc:docMk/>
            <pc:sldMk cId="351615257" sldId="267"/>
            <ac:cxnSpMk id="9" creationId="{0994E4B3-9CF2-5748-8FD3-C11674E0A8F4}"/>
          </ac:cxnSpMkLst>
        </pc:cxnChg>
      </pc:sldChg>
      <pc:sldChg chg="addSp modSp mod modAnim">
        <pc:chgData name="ALOUANI SIHAM" userId="af9e6765-9306-4646-8d24-62eb933fa0ea" providerId="ADAL" clId="{DAB76A3E-45CA-4742-BFA7-E6925074E532}" dt="2023-06-21T23:57:13.027" v="634"/>
        <pc:sldMkLst>
          <pc:docMk/>
          <pc:sldMk cId="1626371614" sldId="268"/>
        </pc:sldMkLst>
        <pc:spChg chg="add mod">
          <ac:chgData name="ALOUANI SIHAM" userId="af9e6765-9306-4646-8d24-62eb933fa0ea" providerId="ADAL" clId="{DAB76A3E-45CA-4742-BFA7-E6925074E532}" dt="2023-06-21T18:14:11.986" v="526" actId="14100"/>
          <ac:spMkLst>
            <pc:docMk/>
            <pc:sldMk cId="1626371614" sldId="268"/>
            <ac:spMk id="2" creationId="{CCB07CCB-F046-CDB8-5A2B-9B1F0AF26BD6}"/>
          </ac:spMkLst>
        </pc:spChg>
      </pc:sldChg>
      <pc:sldChg chg="addSp modSp mod modAnim">
        <pc:chgData name="ALOUANI SIHAM" userId="af9e6765-9306-4646-8d24-62eb933fa0ea" providerId="ADAL" clId="{DAB76A3E-45CA-4742-BFA7-E6925074E532}" dt="2023-06-21T17:30:36.964" v="257"/>
        <pc:sldMkLst>
          <pc:docMk/>
          <pc:sldMk cId="1947247828" sldId="269"/>
        </pc:sldMkLst>
        <pc:spChg chg="add mod">
          <ac:chgData name="ALOUANI SIHAM" userId="af9e6765-9306-4646-8d24-62eb933fa0ea" providerId="ADAL" clId="{DAB76A3E-45CA-4742-BFA7-E6925074E532}" dt="2023-06-21T17:08:13.822" v="105"/>
          <ac:spMkLst>
            <pc:docMk/>
            <pc:sldMk cId="1947247828" sldId="269"/>
            <ac:spMk id="12" creationId="{930F5F7C-DDE5-EE2F-E01A-E71D84E6DC97}"/>
          </ac:spMkLst>
        </pc:spChg>
        <pc:grpChg chg="add mod">
          <ac:chgData name="ALOUANI SIHAM" userId="af9e6765-9306-4646-8d24-62eb933fa0ea" providerId="ADAL" clId="{DAB76A3E-45CA-4742-BFA7-E6925074E532}" dt="2023-06-21T17:07:59.574" v="104" actId="1076"/>
          <ac:grpSpMkLst>
            <pc:docMk/>
            <pc:sldMk cId="1947247828" sldId="269"/>
            <ac:grpSpMk id="2" creationId="{3F975A65-CE18-4D59-40E6-511E44B60A02}"/>
          </ac:grpSpMkLst>
        </pc:grpChg>
        <pc:picChg chg="mod">
          <ac:chgData name="ALOUANI SIHAM" userId="af9e6765-9306-4646-8d24-62eb933fa0ea" providerId="ADAL" clId="{DAB76A3E-45CA-4742-BFA7-E6925074E532}" dt="2023-06-21T17:07:52.293" v="103"/>
          <ac:picMkLst>
            <pc:docMk/>
            <pc:sldMk cId="1947247828" sldId="269"/>
            <ac:picMk id="3" creationId="{B331BCFE-C566-BA64-1E40-CBEF0F9AEADF}"/>
          </ac:picMkLst>
        </pc:picChg>
        <pc:picChg chg="mod">
          <ac:chgData name="ALOUANI SIHAM" userId="af9e6765-9306-4646-8d24-62eb933fa0ea" providerId="ADAL" clId="{DAB76A3E-45CA-4742-BFA7-E6925074E532}" dt="2023-06-21T17:07:52.293" v="103"/>
          <ac:picMkLst>
            <pc:docMk/>
            <pc:sldMk cId="1947247828" sldId="269"/>
            <ac:picMk id="7" creationId="{1A8D71A2-63EB-1BA2-6B41-7F12BE445866}"/>
          </ac:picMkLst>
        </pc:picChg>
        <pc:picChg chg="mod">
          <ac:chgData name="ALOUANI SIHAM" userId="af9e6765-9306-4646-8d24-62eb933fa0ea" providerId="ADAL" clId="{DAB76A3E-45CA-4742-BFA7-E6925074E532}" dt="2023-06-21T17:07:52.293" v="103"/>
          <ac:picMkLst>
            <pc:docMk/>
            <pc:sldMk cId="1947247828" sldId="269"/>
            <ac:picMk id="8" creationId="{239362BF-1905-F85D-836E-AFC231604D55}"/>
          </ac:picMkLst>
        </pc:picChg>
        <pc:picChg chg="mod">
          <ac:chgData name="ALOUANI SIHAM" userId="af9e6765-9306-4646-8d24-62eb933fa0ea" providerId="ADAL" clId="{DAB76A3E-45CA-4742-BFA7-E6925074E532}" dt="2023-06-21T17:07:52.293" v="103"/>
          <ac:picMkLst>
            <pc:docMk/>
            <pc:sldMk cId="1947247828" sldId="269"/>
            <ac:picMk id="9" creationId="{9B31278D-596D-B21F-1F00-E508EE06DB86}"/>
          </ac:picMkLst>
        </pc:picChg>
        <pc:picChg chg="mod">
          <ac:chgData name="ALOUANI SIHAM" userId="af9e6765-9306-4646-8d24-62eb933fa0ea" providerId="ADAL" clId="{DAB76A3E-45CA-4742-BFA7-E6925074E532}" dt="2023-06-21T17:07:52.293" v="103"/>
          <ac:picMkLst>
            <pc:docMk/>
            <pc:sldMk cId="1947247828" sldId="269"/>
            <ac:picMk id="10" creationId="{3D72483F-F635-5ECC-49C2-C3FB42A3F262}"/>
          </ac:picMkLst>
        </pc:picChg>
        <pc:picChg chg="mod">
          <ac:chgData name="ALOUANI SIHAM" userId="af9e6765-9306-4646-8d24-62eb933fa0ea" providerId="ADAL" clId="{DAB76A3E-45CA-4742-BFA7-E6925074E532}" dt="2023-06-21T17:07:52.293" v="103"/>
          <ac:picMkLst>
            <pc:docMk/>
            <pc:sldMk cId="1947247828" sldId="269"/>
            <ac:picMk id="11" creationId="{6B9FE910-6D47-F055-2773-6DF1F0A80B12}"/>
          </ac:picMkLst>
        </pc:picChg>
      </pc:sldChg>
      <pc:sldChg chg="modSp mod">
        <pc:chgData name="ALOUANI SIHAM" userId="af9e6765-9306-4646-8d24-62eb933fa0ea" providerId="ADAL" clId="{DAB76A3E-45CA-4742-BFA7-E6925074E532}" dt="2023-06-21T19:50:57.365" v="566" actId="14100"/>
        <pc:sldMkLst>
          <pc:docMk/>
          <pc:sldMk cId="395480063" sldId="272"/>
        </pc:sldMkLst>
        <pc:picChg chg="mod">
          <ac:chgData name="ALOUANI SIHAM" userId="af9e6765-9306-4646-8d24-62eb933fa0ea" providerId="ADAL" clId="{DAB76A3E-45CA-4742-BFA7-E6925074E532}" dt="2023-06-21T19:50:57.365" v="566" actId="14100"/>
          <ac:picMkLst>
            <pc:docMk/>
            <pc:sldMk cId="395480063" sldId="272"/>
            <ac:picMk id="5" creationId="{1C636244-2E07-79A2-0237-CA820BA59EE4}"/>
          </ac:picMkLst>
        </pc:picChg>
      </pc:sldChg>
      <pc:sldChg chg="addSp delSp modSp mod modAnim">
        <pc:chgData name="ALOUANI SIHAM" userId="af9e6765-9306-4646-8d24-62eb933fa0ea" providerId="ADAL" clId="{DAB76A3E-45CA-4742-BFA7-E6925074E532}" dt="2023-06-21T18:19:39.008" v="550" actId="1076"/>
        <pc:sldMkLst>
          <pc:docMk/>
          <pc:sldMk cId="3734694690" sldId="276"/>
        </pc:sldMkLst>
        <pc:spChg chg="mod">
          <ac:chgData name="ALOUANI SIHAM" userId="af9e6765-9306-4646-8d24-62eb933fa0ea" providerId="ADAL" clId="{DAB76A3E-45CA-4742-BFA7-E6925074E532}" dt="2023-06-21T18:19:34.649" v="549" actId="1076"/>
          <ac:spMkLst>
            <pc:docMk/>
            <pc:sldMk cId="3734694690" sldId="276"/>
            <ac:spMk id="5" creationId="{10670052-C7C6-4FF9-00C0-10AB967D753E}"/>
          </ac:spMkLst>
        </pc:spChg>
        <pc:spChg chg="add mod">
          <ac:chgData name="ALOUANI SIHAM" userId="af9e6765-9306-4646-8d24-62eb933fa0ea" providerId="ADAL" clId="{DAB76A3E-45CA-4742-BFA7-E6925074E532}" dt="2023-06-21T17:03:34.922" v="90" actId="115"/>
          <ac:spMkLst>
            <pc:docMk/>
            <pc:sldMk cId="3734694690" sldId="276"/>
            <ac:spMk id="18" creationId="{97D06788-8E0A-8755-4CC8-E25F17A4749F}"/>
          </ac:spMkLst>
        </pc:spChg>
        <pc:spChg chg="add del mod">
          <ac:chgData name="ALOUANI SIHAM" userId="af9e6765-9306-4646-8d24-62eb933fa0ea" providerId="ADAL" clId="{DAB76A3E-45CA-4742-BFA7-E6925074E532}" dt="2023-06-21T17:12:59.850" v="142"/>
          <ac:spMkLst>
            <pc:docMk/>
            <pc:sldMk cId="3734694690" sldId="276"/>
            <ac:spMk id="19" creationId="{95585D9D-B04A-8409-E5D3-91641F5EB7D0}"/>
          </ac:spMkLst>
        </pc:spChg>
        <pc:grpChg chg="mod">
          <ac:chgData name="ALOUANI SIHAM" userId="af9e6765-9306-4646-8d24-62eb933fa0ea" providerId="ADAL" clId="{DAB76A3E-45CA-4742-BFA7-E6925074E532}" dt="2023-06-21T18:19:39.008" v="550" actId="1076"/>
          <ac:grpSpMkLst>
            <pc:docMk/>
            <pc:sldMk cId="3734694690" sldId="276"/>
            <ac:grpSpMk id="4" creationId="{46499FBA-EEB5-C230-8C87-62DDEC0B0C1F}"/>
          </ac:grpSpMkLst>
        </pc:grpChg>
        <pc:grpChg chg="add mod">
          <ac:chgData name="ALOUANI SIHAM" userId="af9e6765-9306-4646-8d24-62eb933fa0ea" providerId="ADAL" clId="{DAB76A3E-45CA-4742-BFA7-E6925074E532}" dt="2023-06-21T17:02:18.865" v="41" actId="1076"/>
          <ac:grpSpMkLst>
            <pc:docMk/>
            <pc:sldMk cId="3734694690" sldId="276"/>
            <ac:grpSpMk id="17" creationId="{D6260778-9B7F-AD5E-424C-43F99E60CF77}"/>
          </ac:grpSpMkLst>
        </pc:grpChg>
        <pc:picChg chg="mod">
          <ac:chgData name="ALOUANI SIHAM" userId="af9e6765-9306-4646-8d24-62eb933fa0ea" providerId="ADAL" clId="{DAB76A3E-45CA-4742-BFA7-E6925074E532}" dt="2023-06-21T17:02:11.981" v="40" actId="164"/>
          <ac:picMkLst>
            <pc:docMk/>
            <pc:sldMk cId="3734694690" sldId="276"/>
            <ac:picMk id="3" creationId="{E5ECF3B0-4933-C9B5-A025-0440E1E235BD}"/>
          </ac:picMkLst>
        </pc:picChg>
        <pc:picChg chg="mod">
          <ac:chgData name="ALOUANI SIHAM" userId="af9e6765-9306-4646-8d24-62eb933fa0ea" providerId="ADAL" clId="{DAB76A3E-45CA-4742-BFA7-E6925074E532}" dt="2023-06-21T17:02:11.981" v="40" actId="164"/>
          <ac:picMkLst>
            <pc:docMk/>
            <pc:sldMk cId="3734694690" sldId="276"/>
            <ac:picMk id="8" creationId="{99EE3464-2BD0-B3FF-A0E9-35EC5CCA4A82}"/>
          </ac:picMkLst>
        </pc:picChg>
        <pc:picChg chg="add mod">
          <ac:chgData name="ALOUANI SIHAM" userId="af9e6765-9306-4646-8d24-62eb933fa0ea" providerId="ADAL" clId="{DAB76A3E-45CA-4742-BFA7-E6925074E532}" dt="2023-06-21T17:02:11.981" v="40" actId="164"/>
          <ac:picMkLst>
            <pc:docMk/>
            <pc:sldMk cId="3734694690" sldId="276"/>
            <ac:picMk id="10" creationId="{DE3BB0A8-7116-5BEB-99E9-158C6FAF6B2D}"/>
          </ac:picMkLst>
        </pc:picChg>
        <pc:picChg chg="add mod">
          <ac:chgData name="ALOUANI SIHAM" userId="af9e6765-9306-4646-8d24-62eb933fa0ea" providerId="ADAL" clId="{DAB76A3E-45CA-4742-BFA7-E6925074E532}" dt="2023-06-21T17:02:11.981" v="40" actId="164"/>
          <ac:picMkLst>
            <pc:docMk/>
            <pc:sldMk cId="3734694690" sldId="276"/>
            <ac:picMk id="12" creationId="{B8956002-4F0C-DDD5-9A89-DF7F0680158C}"/>
          </ac:picMkLst>
        </pc:picChg>
        <pc:picChg chg="add mod">
          <ac:chgData name="ALOUANI SIHAM" userId="af9e6765-9306-4646-8d24-62eb933fa0ea" providerId="ADAL" clId="{DAB76A3E-45CA-4742-BFA7-E6925074E532}" dt="2023-06-21T17:02:11.981" v="40" actId="164"/>
          <ac:picMkLst>
            <pc:docMk/>
            <pc:sldMk cId="3734694690" sldId="276"/>
            <ac:picMk id="14" creationId="{91591B9B-7DDB-924A-04D0-51F86A0BA68A}"/>
          </ac:picMkLst>
        </pc:picChg>
        <pc:picChg chg="add mod">
          <ac:chgData name="ALOUANI SIHAM" userId="af9e6765-9306-4646-8d24-62eb933fa0ea" providerId="ADAL" clId="{DAB76A3E-45CA-4742-BFA7-E6925074E532}" dt="2023-06-21T17:02:11.981" v="40" actId="164"/>
          <ac:picMkLst>
            <pc:docMk/>
            <pc:sldMk cId="3734694690" sldId="276"/>
            <ac:picMk id="16" creationId="{41EF9CDF-2AEB-260E-0C04-7F8444CE1D47}"/>
          </ac:picMkLst>
        </pc:picChg>
        <pc:cxnChg chg="mod">
          <ac:chgData name="ALOUANI SIHAM" userId="af9e6765-9306-4646-8d24-62eb933fa0ea" providerId="ADAL" clId="{DAB76A3E-45CA-4742-BFA7-E6925074E532}" dt="2023-06-21T18:19:31.352" v="548" actId="14100"/>
          <ac:cxnSpMkLst>
            <pc:docMk/>
            <pc:sldMk cId="3734694690" sldId="276"/>
            <ac:cxnSpMk id="6" creationId="{A23BFEB0-B4FF-6F67-5047-F4CB9A62CBC0}"/>
          </ac:cxnSpMkLst>
        </pc:cxnChg>
      </pc:sldChg>
      <pc:sldChg chg="addSp delSp modSp mod modAnim">
        <pc:chgData name="ALOUANI SIHAM" userId="af9e6765-9306-4646-8d24-62eb933fa0ea" providerId="ADAL" clId="{DAB76A3E-45CA-4742-BFA7-E6925074E532}" dt="2023-06-21T23:34:28.405" v="598"/>
        <pc:sldMkLst>
          <pc:docMk/>
          <pc:sldMk cId="3340278911" sldId="278"/>
        </pc:sldMkLst>
        <pc:spChg chg="add mod">
          <ac:chgData name="ALOUANI SIHAM" userId="af9e6765-9306-4646-8d24-62eb933fa0ea" providerId="ADAL" clId="{DAB76A3E-45CA-4742-BFA7-E6925074E532}" dt="2023-06-21T23:33:58.424" v="597" actId="20577"/>
          <ac:spMkLst>
            <pc:docMk/>
            <pc:sldMk cId="3340278911" sldId="278"/>
            <ac:spMk id="5" creationId="{E09C06AB-A903-D630-6C59-9BB7C6459B7D}"/>
          </ac:spMkLst>
        </pc:spChg>
        <pc:spChg chg="add mod">
          <ac:chgData name="ALOUANI SIHAM" userId="af9e6765-9306-4646-8d24-62eb933fa0ea" providerId="ADAL" clId="{DAB76A3E-45CA-4742-BFA7-E6925074E532}" dt="2023-06-21T19:24:08.068" v="565" actId="20577"/>
          <ac:spMkLst>
            <pc:docMk/>
            <pc:sldMk cId="3340278911" sldId="278"/>
            <ac:spMk id="10" creationId="{9BDCB64A-A228-8C5C-79CB-C9664381509F}"/>
          </ac:spMkLst>
        </pc:spChg>
        <pc:spChg chg="add mod">
          <ac:chgData name="ALOUANI SIHAM" userId="af9e6765-9306-4646-8d24-62eb933fa0ea" providerId="ADAL" clId="{DAB76A3E-45CA-4742-BFA7-E6925074E532}" dt="2023-06-21T17:23:51.242" v="230" actId="1076"/>
          <ac:spMkLst>
            <pc:docMk/>
            <pc:sldMk cId="3340278911" sldId="278"/>
            <ac:spMk id="11" creationId="{A88032C2-37CA-9D37-2560-D5F67DFB6989}"/>
          </ac:spMkLst>
        </pc:spChg>
        <pc:spChg chg="add del">
          <ac:chgData name="ALOUANI SIHAM" userId="af9e6765-9306-4646-8d24-62eb933fa0ea" providerId="ADAL" clId="{DAB76A3E-45CA-4742-BFA7-E6925074E532}" dt="2023-06-21T17:18:30.425" v="191"/>
          <ac:spMkLst>
            <pc:docMk/>
            <pc:sldMk cId="3340278911" sldId="278"/>
            <ac:spMk id="12" creationId="{386B6826-7514-6968-146E-ADEF8EBB24DA}"/>
          </ac:spMkLst>
        </pc:spChg>
        <pc:spChg chg="add mod">
          <ac:chgData name="ALOUANI SIHAM" userId="af9e6765-9306-4646-8d24-62eb933fa0ea" providerId="ADAL" clId="{DAB76A3E-45CA-4742-BFA7-E6925074E532}" dt="2023-06-21T23:33:00.305" v="580" actId="1076"/>
          <ac:spMkLst>
            <pc:docMk/>
            <pc:sldMk cId="3340278911" sldId="278"/>
            <ac:spMk id="13" creationId="{93B7EF9C-4A80-DF71-F982-4181EBD44703}"/>
          </ac:spMkLst>
        </pc:spChg>
        <pc:picChg chg="add mod">
          <ac:chgData name="ALOUANI SIHAM" userId="af9e6765-9306-4646-8d24-62eb933fa0ea" providerId="ADAL" clId="{DAB76A3E-45CA-4742-BFA7-E6925074E532}" dt="2023-06-21T23:33:19.646" v="586" actId="1076"/>
          <ac:picMkLst>
            <pc:docMk/>
            <pc:sldMk cId="3340278911" sldId="278"/>
            <ac:picMk id="2" creationId="{60CA21DA-177D-90E3-9EC8-6B927CB19DE0}"/>
          </ac:picMkLst>
        </pc:picChg>
        <pc:picChg chg="add mod">
          <ac:chgData name="ALOUANI SIHAM" userId="af9e6765-9306-4646-8d24-62eb933fa0ea" providerId="ADAL" clId="{DAB76A3E-45CA-4742-BFA7-E6925074E532}" dt="2023-06-21T23:32:44.505" v="577" actId="14100"/>
          <ac:picMkLst>
            <pc:docMk/>
            <pc:sldMk cId="3340278911" sldId="278"/>
            <ac:picMk id="3" creationId="{62EF648B-8218-6471-B0B2-29A801A50E11}"/>
          </ac:picMkLst>
        </pc:picChg>
        <pc:picChg chg="add mod">
          <ac:chgData name="ALOUANI SIHAM" userId="af9e6765-9306-4646-8d24-62eb933fa0ea" providerId="ADAL" clId="{DAB76A3E-45CA-4742-BFA7-E6925074E532}" dt="2023-06-21T23:33:19.646" v="586" actId="1076"/>
          <ac:picMkLst>
            <pc:docMk/>
            <pc:sldMk cId="3340278911" sldId="278"/>
            <ac:picMk id="4" creationId="{543649ED-8A3E-4395-C6EA-460E0A4B424C}"/>
          </ac:picMkLst>
        </pc:picChg>
        <pc:picChg chg="add del mod">
          <ac:chgData name="ALOUANI SIHAM" userId="af9e6765-9306-4646-8d24-62eb933fa0ea" providerId="ADAL" clId="{DAB76A3E-45CA-4742-BFA7-E6925074E532}" dt="2023-06-21T17:09:38.948" v="112" actId="478"/>
          <ac:picMkLst>
            <pc:docMk/>
            <pc:sldMk cId="3340278911" sldId="278"/>
            <ac:picMk id="5" creationId="{F6B9C529-C4A4-70AC-35E8-852A72E4B5FE}"/>
          </ac:picMkLst>
        </pc:picChg>
        <pc:picChg chg="add mod">
          <ac:chgData name="ALOUANI SIHAM" userId="af9e6765-9306-4646-8d24-62eb933fa0ea" providerId="ADAL" clId="{DAB76A3E-45CA-4742-BFA7-E6925074E532}" dt="2023-06-21T23:33:03.250" v="581" actId="1076"/>
          <ac:picMkLst>
            <pc:docMk/>
            <pc:sldMk cId="3340278911" sldId="278"/>
            <ac:picMk id="7" creationId="{D5B59DAA-916C-48BF-C942-BF5C8D3179A5}"/>
          </ac:picMkLst>
        </pc:picChg>
        <pc:picChg chg="add mod">
          <ac:chgData name="ALOUANI SIHAM" userId="af9e6765-9306-4646-8d24-62eb933fa0ea" providerId="ADAL" clId="{DAB76A3E-45CA-4742-BFA7-E6925074E532}" dt="2023-06-21T23:32:47.750" v="578" actId="14100"/>
          <ac:picMkLst>
            <pc:docMk/>
            <pc:sldMk cId="3340278911" sldId="278"/>
            <ac:picMk id="9" creationId="{072A9435-899C-B48B-60A5-994C6283E23A}"/>
          </ac:picMkLst>
        </pc:picChg>
      </pc:sldChg>
      <pc:sldChg chg="addSp modSp mod modAnim">
        <pc:chgData name="ALOUANI SIHAM" userId="af9e6765-9306-4646-8d24-62eb933fa0ea" providerId="ADAL" clId="{DAB76A3E-45CA-4742-BFA7-E6925074E532}" dt="2023-06-21T22:35:06.955" v="576" actId="20577"/>
        <pc:sldMkLst>
          <pc:docMk/>
          <pc:sldMk cId="1338223166" sldId="279"/>
        </pc:sldMkLst>
        <pc:spChg chg="add mod">
          <ac:chgData name="ALOUANI SIHAM" userId="af9e6765-9306-4646-8d24-62eb933fa0ea" providerId="ADAL" clId="{DAB76A3E-45CA-4742-BFA7-E6925074E532}" dt="2023-06-21T22:35:06.955" v="576" actId="20577"/>
          <ac:spMkLst>
            <pc:docMk/>
            <pc:sldMk cId="1338223166" sldId="279"/>
            <ac:spMk id="6" creationId="{4E3F9748-2F49-28C1-7996-1BF4DB58B8A0}"/>
          </ac:spMkLst>
        </pc:spChg>
        <pc:spChg chg="add mod">
          <ac:chgData name="ALOUANI SIHAM" userId="af9e6765-9306-4646-8d24-62eb933fa0ea" providerId="ADAL" clId="{DAB76A3E-45CA-4742-BFA7-E6925074E532}" dt="2023-06-21T17:35:32.081" v="334" actId="20577"/>
          <ac:spMkLst>
            <pc:docMk/>
            <pc:sldMk cId="1338223166" sldId="279"/>
            <ac:spMk id="7" creationId="{0C161293-942E-40D2-C637-CFB16A6497C2}"/>
          </ac:spMkLst>
        </pc:spChg>
        <pc:picChg chg="add mod">
          <ac:chgData name="ALOUANI SIHAM" userId="af9e6765-9306-4646-8d24-62eb933fa0ea" providerId="ADAL" clId="{DAB76A3E-45CA-4742-BFA7-E6925074E532}" dt="2023-06-21T22:30:04.317" v="571" actId="14100"/>
          <ac:picMkLst>
            <pc:docMk/>
            <pc:sldMk cId="1338223166" sldId="279"/>
            <ac:picMk id="3" creationId="{8D5EFAF7-5374-368D-9966-C5A35271E113}"/>
          </ac:picMkLst>
        </pc:picChg>
        <pc:picChg chg="add mod">
          <ac:chgData name="ALOUANI SIHAM" userId="af9e6765-9306-4646-8d24-62eb933fa0ea" providerId="ADAL" clId="{DAB76A3E-45CA-4742-BFA7-E6925074E532}" dt="2023-06-21T17:32:08.195" v="272" actId="14100"/>
          <ac:picMkLst>
            <pc:docMk/>
            <pc:sldMk cId="1338223166" sldId="279"/>
            <ac:picMk id="5" creationId="{602915FB-B68A-C096-A598-324FA0AA506B}"/>
          </ac:picMkLst>
        </pc:picChg>
      </pc:sldChg>
      <pc:sldChg chg="addSp modSp mod modAnim">
        <pc:chgData name="ALOUANI SIHAM" userId="af9e6765-9306-4646-8d24-62eb933fa0ea" providerId="ADAL" clId="{DAB76A3E-45CA-4742-BFA7-E6925074E532}" dt="2023-06-21T17:58:28.788" v="521"/>
        <pc:sldMkLst>
          <pc:docMk/>
          <pc:sldMk cId="3719102861" sldId="280"/>
        </pc:sldMkLst>
        <pc:spChg chg="add mod">
          <ac:chgData name="ALOUANI SIHAM" userId="af9e6765-9306-4646-8d24-62eb933fa0ea" providerId="ADAL" clId="{DAB76A3E-45CA-4742-BFA7-E6925074E532}" dt="2023-06-21T17:38:14.054" v="368" actId="20577"/>
          <ac:spMkLst>
            <pc:docMk/>
            <pc:sldMk cId="3719102861" sldId="280"/>
            <ac:spMk id="4" creationId="{C14EB5EC-72DC-6E86-156D-65B73E9ED55A}"/>
          </ac:spMkLst>
        </pc:spChg>
        <pc:picChg chg="add mod">
          <ac:chgData name="ALOUANI SIHAM" userId="af9e6765-9306-4646-8d24-62eb933fa0ea" providerId="ADAL" clId="{DAB76A3E-45CA-4742-BFA7-E6925074E532}" dt="2023-06-21T17:38:03.117" v="353" actId="14100"/>
          <ac:picMkLst>
            <pc:docMk/>
            <pc:sldMk cId="3719102861" sldId="280"/>
            <ac:picMk id="3" creationId="{9D71169D-3BE8-29A0-3658-C42E1E034F07}"/>
          </ac:picMkLst>
        </pc:picChg>
      </pc:sldChg>
      <pc:sldChg chg="addSp delSp modSp new mod modAnim">
        <pc:chgData name="ALOUANI SIHAM" userId="af9e6765-9306-4646-8d24-62eb933fa0ea" providerId="ADAL" clId="{DAB76A3E-45CA-4742-BFA7-E6925074E532}" dt="2023-06-21T17:57:49.287" v="519"/>
        <pc:sldMkLst>
          <pc:docMk/>
          <pc:sldMk cId="3665451958" sldId="283"/>
        </pc:sldMkLst>
        <pc:spChg chg="del">
          <ac:chgData name="ALOUANI SIHAM" userId="af9e6765-9306-4646-8d24-62eb933fa0ea" providerId="ADAL" clId="{DAB76A3E-45CA-4742-BFA7-E6925074E532}" dt="2023-06-21T17:39:08.226" v="374" actId="478"/>
          <ac:spMkLst>
            <pc:docMk/>
            <pc:sldMk cId="3665451958" sldId="283"/>
            <ac:spMk id="2" creationId="{BBCB7FC9-B890-4915-4185-D9C0F2E084F1}"/>
          </ac:spMkLst>
        </pc:spChg>
        <pc:spChg chg="del">
          <ac:chgData name="ALOUANI SIHAM" userId="af9e6765-9306-4646-8d24-62eb933fa0ea" providerId="ADAL" clId="{DAB76A3E-45CA-4742-BFA7-E6925074E532}" dt="2023-06-21T17:39:05.936" v="373" actId="478"/>
          <ac:spMkLst>
            <pc:docMk/>
            <pc:sldMk cId="3665451958" sldId="283"/>
            <ac:spMk id="3" creationId="{7A5308F9-2C7E-7A59-A3CC-9E22E753B487}"/>
          </ac:spMkLst>
        </pc:spChg>
        <pc:spChg chg="add mod">
          <ac:chgData name="ALOUANI SIHAM" userId="af9e6765-9306-4646-8d24-62eb933fa0ea" providerId="ADAL" clId="{DAB76A3E-45CA-4742-BFA7-E6925074E532}" dt="2023-06-21T17:47:08.877" v="425" actId="1076"/>
          <ac:spMkLst>
            <pc:docMk/>
            <pc:sldMk cId="3665451958" sldId="283"/>
            <ac:spMk id="8" creationId="{936DC8A6-3DD0-2BC1-D4F0-3C0F45C8F474}"/>
          </ac:spMkLst>
        </pc:spChg>
        <pc:spChg chg="add mod">
          <ac:chgData name="ALOUANI SIHAM" userId="af9e6765-9306-4646-8d24-62eb933fa0ea" providerId="ADAL" clId="{DAB76A3E-45CA-4742-BFA7-E6925074E532}" dt="2023-06-21T17:47:59.272" v="451" actId="207"/>
          <ac:spMkLst>
            <pc:docMk/>
            <pc:sldMk cId="3665451958" sldId="283"/>
            <ac:spMk id="9" creationId="{B799D700-9BDE-1E87-D06A-A332C9C0387C}"/>
          </ac:spMkLst>
        </pc:spChg>
        <pc:spChg chg="add mod">
          <ac:chgData name="ALOUANI SIHAM" userId="af9e6765-9306-4646-8d24-62eb933fa0ea" providerId="ADAL" clId="{DAB76A3E-45CA-4742-BFA7-E6925074E532}" dt="2023-06-21T17:48:03.683" v="452" actId="207"/>
          <ac:spMkLst>
            <pc:docMk/>
            <pc:sldMk cId="3665451958" sldId="283"/>
            <ac:spMk id="10" creationId="{DD9A32A9-EF71-743E-EC25-C5D3F416D361}"/>
          </ac:spMkLst>
        </pc:spChg>
        <pc:picChg chg="add mod">
          <ac:chgData name="ALOUANI SIHAM" userId="af9e6765-9306-4646-8d24-62eb933fa0ea" providerId="ADAL" clId="{DAB76A3E-45CA-4742-BFA7-E6925074E532}" dt="2023-06-21T17:40:51.983" v="380" actId="1076"/>
          <ac:picMkLst>
            <pc:docMk/>
            <pc:sldMk cId="3665451958" sldId="283"/>
            <ac:picMk id="5" creationId="{A464E47B-6060-A81C-990D-A601F674D4F1}"/>
          </ac:picMkLst>
        </pc:picChg>
        <pc:picChg chg="add mod">
          <ac:chgData name="ALOUANI SIHAM" userId="af9e6765-9306-4646-8d24-62eb933fa0ea" providerId="ADAL" clId="{DAB76A3E-45CA-4742-BFA7-E6925074E532}" dt="2023-06-21T17:41:33.831" v="389" actId="14100"/>
          <ac:picMkLst>
            <pc:docMk/>
            <pc:sldMk cId="3665451958" sldId="283"/>
            <ac:picMk id="7" creationId="{4517A8F8-7AC6-8E22-484C-49C14644438F}"/>
          </ac:picMkLst>
        </pc:picChg>
      </pc:sldChg>
      <pc:sldChg chg="addSp delSp modSp new mod modAnim">
        <pc:chgData name="ALOUANI SIHAM" userId="af9e6765-9306-4646-8d24-62eb933fa0ea" providerId="ADAL" clId="{DAB76A3E-45CA-4742-BFA7-E6925074E532}" dt="2023-06-21T17:52:13.792" v="517"/>
        <pc:sldMkLst>
          <pc:docMk/>
          <pc:sldMk cId="3535486576" sldId="284"/>
        </pc:sldMkLst>
        <pc:spChg chg="del">
          <ac:chgData name="ALOUANI SIHAM" userId="af9e6765-9306-4646-8d24-62eb933fa0ea" providerId="ADAL" clId="{DAB76A3E-45CA-4742-BFA7-E6925074E532}" dt="2023-06-21T17:43:21.714" v="400" actId="478"/>
          <ac:spMkLst>
            <pc:docMk/>
            <pc:sldMk cId="3535486576" sldId="284"/>
            <ac:spMk id="2" creationId="{A5238536-9DD1-96F4-9F9F-9315FBDCC173}"/>
          </ac:spMkLst>
        </pc:spChg>
        <pc:spChg chg="del">
          <ac:chgData name="ALOUANI SIHAM" userId="af9e6765-9306-4646-8d24-62eb933fa0ea" providerId="ADAL" clId="{DAB76A3E-45CA-4742-BFA7-E6925074E532}" dt="2023-06-21T17:43:23.987" v="401" actId="478"/>
          <ac:spMkLst>
            <pc:docMk/>
            <pc:sldMk cId="3535486576" sldId="284"/>
            <ac:spMk id="3" creationId="{DC7CD052-8A60-CF80-3B95-F4D1A7C1BAEB}"/>
          </ac:spMkLst>
        </pc:spChg>
        <pc:spChg chg="add mod">
          <ac:chgData name="ALOUANI SIHAM" userId="af9e6765-9306-4646-8d24-62eb933fa0ea" providerId="ADAL" clId="{DAB76A3E-45CA-4742-BFA7-E6925074E532}" dt="2023-06-21T17:50:09.614" v="471" actId="20577"/>
          <ac:spMkLst>
            <pc:docMk/>
            <pc:sldMk cId="3535486576" sldId="284"/>
            <ac:spMk id="8" creationId="{790F4474-D33C-01C7-9EB7-0AD327837F84}"/>
          </ac:spMkLst>
        </pc:spChg>
        <pc:spChg chg="add mod">
          <ac:chgData name="ALOUANI SIHAM" userId="af9e6765-9306-4646-8d24-62eb933fa0ea" providerId="ADAL" clId="{DAB76A3E-45CA-4742-BFA7-E6925074E532}" dt="2023-06-21T17:50:49.349" v="515" actId="20577"/>
          <ac:spMkLst>
            <pc:docMk/>
            <pc:sldMk cId="3535486576" sldId="284"/>
            <ac:spMk id="9" creationId="{187BF4A0-8BFC-49C6-BF04-F0A02271B642}"/>
          </ac:spMkLst>
        </pc:spChg>
        <pc:picChg chg="add mod">
          <ac:chgData name="ALOUANI SIHAM" userId="af9e6765-9306-4646-8d24-62eb933fa0ea" providerId="ADAL" clId="{DAB76A3E-45CA-4742-BFA7-E6925074E532}" dt="2023-06-21T17:45:02.026" v="422" actId="14100"/>
          <ac:picMkLst>
            <pc:docMk/>
            <pc:sldMk cId="3535486576" sldId="284"/>
            <ac:picMk id="5" creationId="{95C5D9F3-3293-A78F-D420-6EF5F17CEB15}"/>
          </ac:picMkLst>
        </pc:picChg>
        <pc:picChg chg="add mod">
          <ac:chgData name="ALOUANI SIHAM" userId="af9e6765-9306-4646-8d24-62eb933fa0ea" providerId="ADAL" clId="{DAB76A3E-45CA-4742-BFA7-E6925074E532}" dt="2023-06-21T17:46:33.940" v="424" actId="14100"/>
          <ac:picMkLst>
            <pc:docMk/>
            <pc:sldMk cId="3535486576" sldId="284"/>
            <ac:picMk id="7" creationId="{D5C10F5B-63C8-3C7F-C9BF-D810C843888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234F46-E893-4458-AC33-2E46682F7CB1}" type="datetimeFigureOut">
              <a:rPr lang="fr-FR" smtClean="0"/>
              <a:t>30/10/2024</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B86EBF-51EC-457F-9F6F-77306D281CC0}" type="slidenum">
              <a:rPr lang="fr-FR" smtClean="0"/>
              <a:t>‹#›</a:t>
            </a:fld>
            <a:endParaRPr lang="fr-FR"/>
          </a:p>
        </p:txBody>
      </p:sp>
    </p:spTree>
    <p:extLst>
      <p:ext uri="{BB962C8B-B14F-4D97-AF65-F5344CB8AC3E}">
        <p14:creationId xmlns:p14="http://schemas.microsoft.com/office/powerpoint/2010/main" val="33198910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5E6472A-770A-6FDD-2645-B0C72BF8D343}"/>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B5B57A2E-66D1-1473-EF37-742F5163AF8D}"/>
              </a:ext>
            </a:extLst>
          </p:cNvPr>
          <p:cNvSpPr>
            <a:spLocks noGrp="1"/>
          </p:cNvSpPr>
          <p:nvPr>
            <p:ph type="dt" sz="half" idx="10"/>
          </p:nvPr>
        </p:nvSpPr>
        <p:spPr/>
        <p:txBody>
          <a:bodyPr/>
          <a:lstStyle/>
          <a:p>
            <a:fld id="{E2FD4844-2834-41D8-84CF-B580002FEA3E}" type="datetimeFigureOut">
              <a:rPr lang="fr-FR" smtClean="0"/>
              <a:t>30/10/2024</a:t>
            </a:fld>
            <a:endParaRPr lang="fr-FR" dirty="0"/>
          </a:p>
        </p:txBody>
      </p:sp>
      <p:sp>
        <p:nvSpPr>
          <p:cNvPr id="4" name="Espace réservé du pied de page 3">
            <a:extLst>
              <a:ext uri="{FF2B5EF4-FFF2-40B4-BE49-F238E27FC236}">
                <a16:creationId xmlns:a16="http://schemas.microsoft.com/office/drawing/2014/main" id="{A3AF292C-C2E1-B53E-FF30-7E8097DFD358}"/>
              </a:ext>
            </a:extLst>
          </p:cNvPr>
          <p:cNvSpPr>
            <a:spLocks noGrp="1"/>
          </p:cNvSpPr>
          <p:nvPr>
            <p:ph type="ftr" sz="quarter" idx="11"/>
          </p:nvPr>
        </p:nvSpPr>
        <p:spPr/>
        <p:txBody>
          <a:bodyPr/>
          <a:lstStyle/>
          <a:p>
            <a:endParaRPr lang="fr-FR" dirty="0"/>
          </a:p>
        </p:txBody>
      </p:sp>
      <p:sp>
        <p:nvSpPr>
          <p:cNvPr id="5" name="Espace réservé du numéro de diapositive 4">
            <a:extLst>
              <a:ext uri="{FF2B5EF4-FFF2-40B4-BE49-F238E27FC236}">
                <a16:creationId xmlns:a16="http://schemas.microsoft.com/office/drawing/2014/main" id="{B080D700-1DD2-9A52-24D4-9FE1A4F018A1}"/>
              </a:ext>
            </a:extLst>
          </p:cNvPr>
          <p:cNvSpPr>
            <a:spLocks noGrp="1"/>
          </p:cNvSpPr>
          <p:nvPr>
            <p:ph type="sldNum" sz="quarter" idx="12"/>
          </p:nvPr>
        </p:nvSpPr>
        <p:spPr/>
        <p:txBody>
          <a:bodyPr/>
          <a:lstStyle/>
          <a:p>
            <a:fld id="{90309ABE-193F-41AF-8F1E-C2A3FE1B0532}" type="slidenum">
              <a:rPr lang="fr-FR" smtClean="0"/>
              <a:t>‹#›</a:t>
            </a:fld>
            <a:endParaRPr lang="fr-FR" dirty="0"/>
          </a:p>
        </p:txBody>
      </p:sp>
    </p:spTree>
    <p:extLst>
      <p:ext uri="{BB962C8B-B14F-4D97-AF65-F5344CB8AC3E}">
        <p14:creationId xmlns:p14="http://schemas.microsoft.com/office/powerpoint/2010/main" val="1860218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cSld name="Diapositive de titr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fr-FR"/>
              <a:t>Modifiez le style du titre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CBFE0F70-CA2A-4DDD-BE05-C9448107CEFA}" type="datetimeFigureOut">
              <a:rPr lang="fr-FR" smtClean="0"/>
              <a:t>30/10/2024</a:t>
            </a:fld>
            <a:endParaRPr lang="fr-FR" dirty="0"/>
          </a:p>
        </p:txBody>
      </p:sp>
      <p:sp>
        <p:nvSpPr>
          <p:cNvPr id="5" name="Footer Placeholder 4"/>
          <p:cNvSpPr>
            <a:spLocks noGrp="1"/>
          </p:cNvSpPr>
          <p:nvPr>
            <p:ph type="ftr" sz="quarter" idx="11"/>
          </p:nvPr>
        </p:nvSpPr>
        <p:spPr/>
        <p:txBody>
          <a:bodyPr/>
          <a:lstStyle/>
          <a:p>
            <a:endParaRPr lang="fr-FR" dirty="0"/>
          </a:p>
        </p:txBody>
      </p:sp>
      <p:sp>
        <p:nvSpPr>
          <p:cNvPr id="6" name="Slide Number Placeholder 5"/>
          <p:cNvSpPr>
            <a:spLocks noGrp="1"/>
          </p:cNvSpPr>
          <p:nvPr>
            <p:ph type="sldNum" sz="quarter" idx="12"/>
          </p:nvPr>
        </p:nvSpPr>
        <p:spPr/>
        <p:txBody>
          <a:bodyPr/>
          <a:lstStyle/>
          <a:p>
            <a:fld id="{F7319F99-6F34-4720-BC72-60568FA15FCD}" type="slidenum">
              <a:rPr lang="fr-FR" smtClean="0"/>
              <a:t>‹#›</a:t>
            </a:fld>
            <a:endParaRPr lang="fr-FR" dirty="0"/>
          </a:p>
        </p:txBody>
      </p:sp>
    </p:spTree>
    <p:extLst>
      <p:ext uri="{BB962C8B-B14F-4D97-AF65-F5344CB8AC3E}">
        <p14:creationId xmlns:p14="http://schemas.microsoft.com/office/powerpoint/2010/main" val="9564354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6BBAFC7-9343-DFCF-BC00-97052460DA1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A6A96DDA-8E9B-61CC-4064-60B10251D3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E16413D-2566-F3E6-D708-E151FFD9BE9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FD4844-2834-41D8-84CF-B580002FEA3E}" type="datetimeFigureOut">
              <a:rPr lang="fr-FR" smtClean="0"/>
              <a:t>30/10/2024</a:t>
            </a:fld>
            <a:endParaRPr lang="fr-FR" dirty="0"/>
          </a:p>
        </p:txBody>
      </p:sp>
      <p:sp>
        <p:nvSpPr>
          <p:cNvPr id="5" name="Espace réservé du pied de page 4">
            <a:extLst>
              <a:ext uri="{FF2B5EF4-FFF2-40B4-BE49-F238E27FC236}">
                <a16:creationId xmlns:a16="http://schemas.microsoft.com/office/drawing/2014/main" id="{916D1637-FA76-89F6-E405-30A6E5A889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dirty="0"/>
          </a:p>
        </p:txBody>
      </p:sp>
      <p:sp>
        <p:nvSpPr>
          <p:cNvPr id="6" name="Espace réservé du numéro de diapositive 5">
            <a:extLst>
              <a:ext uri="{FF2B5EF4-FFF2-40B4-BE49-F238E27FC236}">
                <a16:creationId xmlns:a16="http://schemas.microsoft.com/office/drawing/2014/main" id="{6CD1954E-1090-4619-1517-154D82FF41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309ABE-193F-41AF-8F1E-C2A3FE1B0532}" type="slidenum">
              <a:rPr lang="fr-FR" smtClean="0"/>
              <a:t>‹#›</a:t>
            </a:fld>
            <a:endParaRPr lang="fr-FR" dirty="0"/>
          </a:p>
        </p:txBody>
      </p:sp>
    </p:spTree>
    <p:extLst>
      <p:ext uri="{BB962C8B-B14F-4D97-AF65-F5344CB8AC3E}">
        <p14:creationId xmlns:p14="http://schemas.microsoft.com/office/powerpoint/2010/main" val="586830466"/>
      </p:ext>
    </p:extLst>
  </p:cSld>
  <p:clrMap bg1="lt1" tx1="dk1" bg2="lt2" tx2="dk2" accent1="accent1" accent2="accent2" accent3="accent3" accent4="accent4" accent5="accent5" accent6="accent6" hlink="hlink" folHlink="folHlink"/>
  <p:sldLayoutIdLst>
    <p:sldLayoutId id="2147483654" r:id="rId1"/>
    <p:sldLayoutId id="2147483655"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 Id="rId6" Type="http://schemas.openxmlformats.org/officeDocument/2006/relationships/image" Target="../media/image14.jpeg"/><Relationship Id="rId5" Type="http://schemas.openxmlformats.org/officeDocument/2006/relationships/image" Target="../media/image13.jpeg"/><Relationship Id="rId4" Type="http://schemas.openxmlformats.org/officeDocument/2006/relationships/image" Target="../media/image12.jpe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10" Type="http://schemas.openxmlformats.org/officeDocument/2006/relationships/image" Target="../media/image32.jpg"/><Relationship Id="rId4" Type="http://schemas.openxmlformats.org/officeDocument/2006/relationships/image" Target="../media/image26.png"/><Relationship Id="rId9" Type="http://schemas.openxmlformats.org/officeDocument/2006/relationships/image" Target="../media/image3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14.jpeg"/><Relationship Id="rId2" Type="http://schemas.openxmlformats.org/officeDocument/2006/relationships/image" Target="../media/image10.jpeg"/><Relationship Id="rId1" Type="http://schemas.openxmlformats.org/officeDocument/2006/relationships/slideLayout" Target="../slideLayouts/slideLayout2.xml"/><Relationship Id="rId6" Type="http://schemas.openxmlformats.org/officeDocument/2006/relationships/image" Target="../media/image33.jpeg"/><Relationship Id="rId5" Type="http://schemas.openxmlformats.org/officeDocument/2006/relationships/image" Target="../media/image13.jpeg"/><Relationship Id="rId4" Type="http://schemas.openxmlformats.org/officeDocument/2006/relationships/image" Target="../media/image12.jpeg"/></Relationships>
</file>

<file path=ppt/slides/_rels/slide2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2.xml"/><Relationship Id="rId6" Type="http://schemas.openxmlformats.org/officeDocument/2006/relationships/image" Target="../media/image38.jpeg"/><Relationship Id="rId5" Type="http://schemas.openxmlformats.org/officeDocument/2006/relationships/image" Target="../media/image37.jpeg"/><Relationship Id="rId4" Type="http://schemas.openxmlformats.org/officeDocument/2006/relationships/image" Target="../media/image36.jpeg"/></Relationships>
</file>

<file path=ppt/slides/_rels/slide2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7.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ZoneTexte 15">
            <a:extLst>
              <a:ext uri="{FF2B5EF4-FFF2-40B4-BE49-F238E27FC236}">
                <a16:creationId xmlns:a16="http://schemas.microsoft.com/office/drawing/2014/main" id="{9A41B0D1-43F7-5079-B7D3-A4F57297AD1F}"/>
              </a:ext>
            </a:extLst>
          </p:cNvPr>
          <p:cNvSpPr txBox="1"/>
          <p:nvPr/>
        </p:nvSpPr>
        <p:spPr>
          <a:xfrm>
            <a:off x="2794932" y="2705725"/>
            <a:ext cx="6602136" cy="1446550"/>
          </a:xfrm>
          <a:prstGeom prst="rect">
            <a:avLst/>
          </a:prstGeom>
          <a:noFill/>
        </p:spPr>
        <p:txBody>
          <a:bodyPr wrap="square" rtlCol="0">
            <a:spAutoFit/>
          </a:bodyPr>
          <a:lstStyle/>
          <a:p>
            <a:pPr algn="ctr"/>
            <a:r>
              <a:rPr lang="en-US" sz="4400" b="1" i="1" dirty="0">
                <a:ln w="12700">
                  <a:solidFill>
                    <a:schemeClr val="accent3">
                      <a:lumMod val="50000"/>
                    </a:schemeClr>
                  </a:solidFill>
                  <a:prstDash val="solid"/>
                </a:ln>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PROJET FIN </a:t>
            </a:r>
          </a:p>
          <a:p>
            <a:pPr algn="ctr"/>
            <a:r>
              <a:rPr lang="en-US" sz="4400" b="1" i="1" dirty="0">
                <a:ln w="12700">
                  <a:solidFill>
                    <a:schemeClr val="accent3">
                      <a:lumMod val="50000"/>
                    </a:schemeClr>
                  </a:solidFill>
                  <a:prstDash val="solid"/>
                </a:ln>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 FORMATIOM</a:t>
            </a:r>
            <a:endParaRPr lang="fr-FR" sz="4400" b="1" i="1" dirty="0">
              <a:ln w="12700">
                <a:solidFill>
                  <a:schemeClr val="accent3">
                    <a:lumMod val="50000"/>
                  </a:schemeClr>
                </a:solidFill>
                <a:prstDash val="solid"/>
              </a:ln>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7" name="ZoneTexte 16">
            <a:extLst>
              <a:ext uri="{FF2B5EF4-FFF2-40B4-BE49-F238E27FC236}">
                <a16:creationId xmlns:a16="http://schemas.microsoft.com/office/drawing/2014/main" id="{8E7FBF14-DFC1-EA75-76AB-99CBB29CB5D6}"/>
              </a:ext>
            </a:extLst>
          </p:cNvPr>
          <p:cNvSpPr txBox="1"/>
          <p:nvPr/>
        </p:nvSpPr>
        <p:spPr>
          <a:xfrm>
            <a:off x="704675" y="4954240"/>
            <a:ext cx="5642337" cy="767711"/>
          </a:xfrm>
          <a:prstGeom prst="rect">
            <a:avLst/>
          </a:prstGeom>
          <a:noFill/>
        </p:spPr>
        <p:txBody>
          <a:bodyPr wrap="square" rtlCol="0">
            <a:spAutoFit/>
          </a:bodyPr>
          <a:lstStyle/>
          <a:p>
            <a:pPr>
              <a:lnSpc>
                <a:spcPct val="107000"/>
              </a:lnSpc>
              <a:spcAft>
                <a:spcPts val="800"/>
              </a:spcAft>
            </a:pPr>
            <a:r>
              <a:rPr lang="fr-FR" sz="1800" b="1" u="sng" dirty="0">
                <a:solidFill>
                  <a:srgbClr val="002060"/>
                </a:solidFill>
                <a:effectLst/>
                <a:latin typeface="Times New Roman" panose="02020603050405020304" pitchFamily="18" charset="0"/>
                <a:ea typeface="Calibri" panose="020F0502020204030204" pitchFamily="34" charset="0"/>
                <a:cs typeface="Times New Roman" panose="02020603050405020304" pitchFamily="18" charset="0"/>
              </a:rPr>
              <a:t>Réalisé par :</a:t>
            </a:r>
          </a:p>
          <a:p>
            <a:pPr>
              <a:lnSpc>
                <a:spcPct val="107000"/>
              </a:lnSpc>
              <a:spcAft>
                <a:spcPts val="800"/>
              </a:spcAft>
            </a:pP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Mohammed Ilyas </a:t>
            </a:r>
            <a:r>
              <a:rPr lang="fr-FR" sz="1800" dirty="0" err="1">
                <a:effectLst/>
                <a:latin typeface="Times New Roman" panose="02020603050405020304" pitchFamily="18" charset="0"/>
                <a:ea typeface="Calibri" panose="020F0502020204030204" pitchFamily="34" charset="0"/>
                <a:cs typeface="Times New Roman" panose="02020603050405020304" pitchFamily="18" charset="0"/>
              </a:rPr>
              <a:t>Jbira</a:t>
            </a:r>
            <a:endParaRPr lang="fr-FR" sz="18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140A17CF-97C9-6A95-9617-E3991A28E191}"/>
              </a:ext>
            </a:extLst>
          </p:cNvPr>
          <p:cNvPicPr>
            <a:picLocks noChangeAspect="1"/>
          </p:cNvPicPr>
          <p:nvPr/>
        </p:nvPicPr>
        <p:blipFill>
          <a:blip r:embed="rId2"/>
          <a:stretch>
            <a:fillRect/>
          </a:stretch>
        </p:blipFill>
        <p:spPr>
          <a:xfrm>
            <a:off x="704675" y="284530"/>
            <a:ext cx="1005927" cy="1158340"/>
          </a:xfrm>
          <a:prstGeom prst="rect">
            <a:avLst/>
          </a:prstGeom>
        </p:spPr>
      </p:pic>
      <p:pic>
        <p:nvPicPr>
          <p:cNvPr id="3" name="Picture 2">
            <a:extLst>
              <a:ext uri="{FF2B5EF4-FFF2-40B4-BE49-F238E27FC236}">
                <a16:creationId xmlns:a16="http://schemas.microsoft.com/office/drawing/2014/main" id="{977C339D-054D-F302-F970-5C0C8E902691}"/>
              </a:ext>
            </a:extLst>
          </p:cNvPr>
          <p:cNvPicPr>
            <a:picLocks noChangeAspect="1"/>
          </p:cNvPicPr>
          <p:nvPr/>
        </p:nvPicPr>
        <p:blipFill>
          <a:blip r:embed="rId3"/>
          <a:stretch>
            <a:fillRect/>
          </a:stretch>
        </p:blipFill>
        <p:spPr>
          <a:xfrm>
            <a:off x="10700651" y="388171"/>
            <a:ext cx="1054699" cy="1054699"/>
          </a:xfrm>
          <a:prstGeom prst="rect">
            <a:avLst/>
          </a:prstGeom>
        </p:spPr>
      </p:pic>
    </p:spTree>
    <p:extLst>
      <p:ext uri="{BB962C8B-B14F-4D97-AF65-F5344CB8AC3E}">
        <p14:creationId xmlns:p14="http://schemas.microsoft.com/office/powerpoint/2010/main" val="33995225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rc 7">
            <a:extLst>
              <a:ext uri="{FF2B5EF4-FFF2-40B4-BE49-F238E27FC236}">
                <a16:creationId xmlns:a16="http://schemas.microsoft.com/office/drawing/2014/main" id="{1329CF1A-0155-AD6C-2ACA-07248216A8A6}"/>
              </a:ext>
            </a:extLst>
          </p:cNvPr>
          <p:cNvSpPr/>
          <p:nvPr/>
        </p:nvSpPr>
        <p:spPr>
          <a:xfrm>
            <a:off x="-2763253" y="685800"/>
            <a:ext cx="5526506" cy="5486400"/>
          </a:xfrm>
          <a:prstGeom prst="arc">
            <a:avLst>
              <a:gd name="adj1" fmla="val 16200000"/>
              <a:gd name="adj2" fmla="val 5416526"/>
            </a:avLst>
          </a:prstGeom>
          <a:ln w="38100">
            <a:solidFill>
              <a:srgbClr val="00206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FR" dirty="0">
              <a:ln w="0"/>
              <a:solidFill>
                <a:schemeClr val="accent1"/>
              </a:solidFill>
              <a:effectLst>
                <a:outerShdw blurRad="38100" dist="25400" dir="5400000" algn="ctr" rotWithShape="0">
                  <a:srgbClr val="6E747A">
                    <a:alpha val="43000"/>
                  </a:srgbClr>
                </a:outerShdw>
              </a:effectLst>
            </a:endParaRPr>
          </a:p>
        </p:txBody>
      </p:sp>
      <p:sp>
        <p:nvSpPr>
          <p:cNvPr id="12" name="Ellipse 11">
            <a:extLst>
              <a:ext uri="{FF2B5EF4-FFF2-40B4-BE49-F238E27FC236}">
                <a16:creationId xmlns:a16="http://schemas.microsoft.com/office/drawing/2014/main" id="{509DDD06-644E-3304-9422-CDF4FA9D7509}"/>
              </a:ext>
            </a:extLst>
          </p:cNvPr>
          <p:cNvSpPr/>
          <p:nvPr/>
        </p:nvSpPr>
        <p:spPr>
          <a:xfrm>
            <a:off x="1301249" y="973347"/>
            <a:ext cx="300092" cy="263554"/>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5" name="ZoneTexte 14">
            <a:extLst>
              <a:ext uri="{FF2B5EF4-FFF2-40B4-BE49-F238E27FC236}">
                <a16:creationId xmlns:a16="http://schemas.microsoft.com/office/drawing/2014/main" id="{78EE015F-D606-8822-019A-9BD1210439B4}"/>
              </a:ext>
            </a:extLst>
          </p:cNvPr>
          <p:cNvSpPr txBox="1"/>
          <p:nvPr/>
        </p:nvSpPr>
        <p:spPr>
          <a:xfrm>
            <a:off x="1815836" y="870281"/>
            <a:ext cx="2357306" cy="400110"/>
          </a:xfrm>
          <a:prstGeom prst="rect">
            <a:avLst/>
          </a:prstGeom>
          <a:noFill/>
        </p:spPr>
        <p:txBody>
          <a:bodyPr wrap="square" rtlCol="0">
            <a:spAutoFit/>
          </a:bodyPr>
          <a:lstStyle/>
          <a:p>
            <a:r>
              <a:rPr lang="en-US" sz="2000" b="1" dirty="0">
                <a:solidFill>
                  <a:srgbClr val="002060"/>
                </a:solidFill>
                <a:latin typeface="Times New Roman" panose="02020603050405020304" pitchFamily="18" charset="0"/>
                <a:cs typeface="Times New Roman" panose="02020603050405020304" pitchFamily="18" charset="0"/>
              </a:rPr>
              <a:t>Introduction</a:t>
            </a:r>
            <a:endParaRPr lang="fr-FR" sz="2000" b="1" dirty="0">
              <a:solidFill>
                <a:srgbClr val="002060"/>
              </a:solidFill>
              <a:latin typeface="Times New Roman" panose="02020603050405020304" pitchFamily="18" charset="0"/>
              <a:cs typeface="Times New Roman" panose="02020603050405020304" pitchFamily="18" charset="0"/>
            </a:endParaRPr>
          </a:p>
        </p:txBody>
      </p:sp>
      <p:sp>
        <p:nvSpPr>
          <p:cNvPr id="20" name="Ellipse 19">
            <a:extLst>
              <a:ext uri="{FF2B5EF4-FFF2-40B4-BE49-F238E27FC236}">
                <a16:creationId xmlns:a16="http://schemas.microsoft.com/office/drawing/2014/main" id="{01EC9733-18C1-DCF4-4ED3-07A0FDB42B93}"/>
              </a:ext>
            </a:extLst>
          </p:cNvPr>
          <p:cNvSpPr/>
          <p:nvPr/>
        </p:nvSpPr>
        <p:spPr>
          <a:xfrm>
            <a:off x="1601341" y="5434065"/>
            <a:ext cx="300092" cy="263554"/>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1" name="ZoneTexte 30">
            <a:extLst>
              <a:ext uri="{FF2B5EF4-FFF2-40B4-BE49-F238E27FC236}">
                <a16:creationId xmlns:a16="http://schemas.microsoft.com/office/drawing/2014/main" id="{6EF46B62-838C-1ABF-11E0-AC940B97027B}"/>
              </a:ext>
            </a:extLst>
          </p:cNvPr>
          <p:cNvSpPr txBox="1"/>
          <p:nvPr/>
        </p:nvSpPr>
        <p:spPr>
          <a:xfrm>
            <a:off x="2293427" y="1280564"/>
            <a:ext cx="3289605" cy="400110"/>
          </a:xfrm>
          <a:prstGeom prst="rect">
            <a:avLst/>
          </a:prstGeom>
          <a:noFill/>
        </p:spPr>
        <p:txBody>
          <a:bodyPr wrap="square" rtlCol="0">
            <a:spAutoFit/>
          </a:bodyPr>
          <a:lstStyle/>
          <a:p>
            <a:r>
              <a:rPr lang="en-US" sz="2000" b="1" dirty="0">
                <a:solidFill>
                  <a:srgbClr val="002060"/>
                </a:solidFill>
                <a:latin typeface="Times New Roman" panose="02020603050405020304" pitchFamily="18" charset="0"/>
                <a:cs typeface="Times New Roman" panose="02020603050405020304" pitchFamily="18" charset="0"/>
              </a:rPr>
              <a:t>L’objectif de projet</a:t>
            </a:r>
            <a:endParaRPr lang="fr-FR" sz="2000" b="1" dirty="0">
              <a:solidFill>
                <a:srgbClr val="002060"/>
              </a:solidFill>
              <a:latin typeface="Times New Roman" panose="02020603050405020304" pitchFamily="18" charset="0"/>
              <a:cs typeface="Times New Roman" panose="02020603050405020304" pitchFamily="18" charset="0"/>
            </a:endParaRPr>
          </a:p>
        </p:txBody>
      </p:sp>
      <p:sp>
        <p:nvSpPr>
          <p:cNvPr id="32" name="ZoneTexte 31">
            <a:extLst>
              <a:ext uri="{FF2B5EF4-FFF2-40B4-BE49-F238E27FC236}">
                <a16:creationId xmlns:a16="http://schemas.microsoft.com/office/drawing/2014/main" id="{B63ABAD6-3CAC-B3D9-FC57-467EE75F834F}"/>
              </a:ext>
            </a:extLst>
          </p:cNvPr>
          <p:cNvSpPr txBox="1"/>
          <p:nvPr/>
        </p:nvSpPr>
        <p:spPr>
          <a:xfrm>
            <a:off x="2900062" y="1825206"/>
            <a:ext cx="2925814" cy="400110"/>
          </a:xfrm>
          <a:prstGeom prst="rect">
            <a:avLst/>
          </a:prstGeom>
          <a:noFill/>
        </p:spPr>
        <p:txBody>
          <a:bodyPr wrap="square" rtlCol="0">
            <a:spAutoFit/>
          </a:bodyPr>
          <a:lstStyle/>
          <a:p>
            <a:r>
              <a:rPr lang="en-US" sz="2000" b="1" dirty="0">
                <a:solidFill>
                  <a:srgbClr val="002060"/>
                </a:solidFill>
                <a:latin typeface="Times New Roman" panose="02020603050405020304" pitchFamily="18" charset="0"/>
                <a:cs typeface="Times New Roman" panose="02020603050405020304" pitchFamily="18" charset="0"/>
              </a:rPr>
              <a:t>Les probl</a:t>
            </a:r>
            <a:r>
              <a:rPr lang="fr-FR" sz="2000" b="1" dirty="0">
                <a:solidFill>
                  <a:srgbClr val="002060"/>
                </a:solidFill>
                <a:latin typeface="Times New Roman" panose="02020603050405020304" pitchFamily="18" charset="0"/>
                <a:cs typeface="Times New Roman" panose="02020603050405020304" pitchFamily="18" charset="0"/>
              </a:rPr>
              <a:t>é</a:t>
            </a:r>
            <a:r>
              <a:rPr lang="en-US" sz="2000" b="1" dirty="0">
                <a:solidFill>
                  <a:srgbClr val="002060"/>
                </a:solidFill>
                <a:latin typeface="Times New Roman" panose="02020603050405020304" pitchFamily="18" charset="0"/>
                <a:cs typeface="Times New Roman" panose="02020603050405020304" pitchFamily="18" charset="0"/>
              </a:rPr>
              <a:t>matiques</a:t>
            </a:r>
            <a:endParaRPr lang="fr-FR" sz="2000" b="1" dirty="0">
              <a:solidFill>
                <a:srgbClr val="002060"/>
              </a:solidFill>
              <a:latin typeface="Times New Roman" panose="02020603050405020304" pitchFamily="18" charset="0"/>
              <a:cs typeface="Times New Roman" panose="02020603050405020304" pitchFamily="18" charset="0"/>
            </a:endParaRPr>
          </a:p>
        </p:txBody>
      </p:sp>
      <p:sp>
        <p:nvSpPr>
          <p:cNvPr id="33" name="ZoneTexte 32">
            <a:extLst>
              <a:ext uri="{FF2B5EF4-FFF2-40B4-BE49-F238E27FC236}">
                <a16:creationId xmlns:a16="http://schemas.microsoft.com/office/drawing/2014/main" id="{67643E2D-FF3C-EDB4-145D-D6CCB03046DD}"/>
              </a:ext>
            </a:extLst>
          </p:cNvPr>
          <p:cNvSpPr txBox="1"/>
          <p:nvPr/>
        </p:nvSpPr>
        <p:spPr>
          <a:xfrm>
            <a:off x="3393645" y="2867995"/>
            <a:ext cx="4296616" cy="400110"/>
          </a:xfrm>
          <a:prstGeom prst="rect">
            <a:avLst/>
          </a:prstGeom>
          <a:noFill/>
        </p:spPr>
        <p:txBody>
          <a:bodyPr wrap="square" rtlCol="0">
            <a:spAutoFit/>
          </a:bodyPr>
          <a:lstStyle/>
          <a:p>
            <a:r>
              <a:rPr lang="en-US" sz="2000" b="1" dirty="0">
                <a:solidFill>
                  <a:srgbClr val="002060"/>
                </a:solidFill>
                <a:latin typeface="Times New Roman" panose="02020603050405020304" pitchFamily="18" charset="0"/>
                <a:cs typeface="Times New Roman" panose="02020603050405020304" pitchFamily="18" charset="0"/>
              </a:rPr>
              <a:t>La conception et l’analyse de projet</a:t>
            </a:r>
            <a:endParaRPr lang="fr-FR" sz="2000" b="1" dirty="0">
              <a:solidFill>
                <a:srgbClr val="002060"/>
              </a:solidFill>
              <a:latin typeface="Times New Roman" panose="02020603050405020304" pitchFamily="18" charset="0"/>
              <a:cs typeface="Times New Roman" panose="02020603050405020304" pitchFamily="18" charset="0"/>
            </a:endParaRPr>
          </a:p>
        </p:txBody>
      </p:sp>
      <p:sp>
        <p:nvSpPr>
          <p:cNvPr id="35" name="ZoneTexte 34">
            <a:extLst>
              <a:ext uri="{FF2B5EF4-FFF2-40B4-BE49-F238E27FC236}">
                <a16:creationId xmlns:a16="http://schemas.microsoft.com/office/drawing/2014/main" id="{753DE98C-E0F5-4063-270B-8B512478A467}"/>
              </a:ext>
            </a:extLst>
          </p:cNvPr>
          <p:cNvSpPr txBox="1"/>
          <p:nvPr/>
        </p:nvSpPr>
        <p:spPr>
          <a:xfrm>
            <a:off x="3393645" y="3436201"/>
            <a:ext cx="6103188" cy="369332"/>
          </a:xfrm>
          <a:prstGeom prst="rect">
            <a:avLst/>
          </a:prstGeom>
          <a:noFill/>
        </p:spPr>
        <p:txBody>
          <a:bodyPr wrap="square">
            <a:spAutoFit/>
          </a:bodyPr>
          <a:lstStyle/>
          <a:p>
            <a:r>
              <a:rPr lang="en-US" sz="1800" b="1" dirty="0">
                <a:solidFill>
                  <a:srgbClr val="002060"/>
                </a:solidFill>
                <a:latin typeface="Times New Roman" panose="02020603050405020304" pitchFamily="18" charset="0"/>
                <a:cs typeface="Times New Roman" panose="02020603050405020304" pitchFamily="18" charset="0"/>
              </a:rPr>
              <a:t>La maquette de projet</a:t>
            </a:r>
            <a:endParaRPr lang="fr-FR" sz="1800" b="1" dirty="0">
              <a:solidFill>
                <a:srgbClr val="002060"/>
              </a:solidFill>
              <a:latin typeface="Times New Roman" panose="02020603050405020304" pitchFamily="18" charset="0"/>
              <a:cs typeface="Times New Roman" panose="02020603050405020304" pitchFamily="18" charset="0"/>
            </a:endParaRPr>
          </a:p>
        </p:txBody>
      </p:sp>
      <p:sp>
        <p:nvSpPr>
          <p:cNvPr id="37" name="ZoneTexte 36">
            <a:extLst>
              <a:ext uri="{FF2B5EF4-FFF2-40B4-BE49-F238E27FC236}">
                <a16:creationId xmlns:a16="http://schemas.microsoft.com/office/drawing/2014/main" id="{AE5ABE48-F6CD-D65A-084C-017B625F61D3}"/>
              </a:ext>
            </a:extLst>
          </p:cNvPr>
          <p:cNvSpPr txBox="1"/>
          <p:nvPr/>
        </p:nvSpPr>
        <p:spPr>
          <a:xfrm>
            <a:off x="3172135" y="3951537"/>
            <a:ext cx="6103188" cy="369332"/>
          </a:xfrm>
          <a:prstGeom prst="rect">
            <a:avLst/>
          </a:prstGeom>
          <a:noFill/>
        </p:spPr>
        <p:txBody>
          <a:bodyPr wrap="square">
            <a:spAutoFit/>
          </a:bodyPr>
          <a:lstStyle/>
          <a:p>
            <a:r>
              <a:rPr lang="en-US" b="1" dirty="0">
                <a:solidFill>
                  <a:srgbClr val="002060"/>
                </a:solidFill>
                <a:latin typeface="Times New Roman" panose="02020603050405020304" pitchFamily="18" charset="0"/>
                <a:cs typeface="Times New Roman" panose="02020603050405020304" pitchFamily="18" charset="0"/>
              </a:rPr>
              <a:t>Les Outils et les languages utilis</a:t>
            </a:r>
            <a:r>
              <a:rPr lang="fr-FR" b="1" dirty="0">
                <a:solidFill>
                  <a:srgbClr val="002060"/>
                </a:solidFill>
                <a:latin typeface="Times New Roman" panose="02020603050405020304" pitchFamily="18" charset="0"/>
                <a:cs typeface="Times New Roman" panose="02020603050405020304" pitchFamily="18" charset="0"/>
              </a:rPr>
              <a:t>é</a:t>
            </a:r>
            <a:r>
              <a:rPr lang="en-US" b="1" dirty="0">
                <a:solidFill>
                  <a:srgbClr val="002060"/>
                </a:solidFill>
                <a:latin typeface="Times New Roman" panose="02020603050405020304" pitchFamily="18" charset="0"/>
                <a:cs typeface="Times New Roman" panose="02020603050405020304" pitchFamily="18" charset="0"/>
              </a:rPr>
              <a:t>s</a:t>
            </a:r>
            <a:endParaRPr lang="fr-FR" sz="1800" b="1" dirty="0">
              <a:solidFill>
                <a:srgbClr val="002060"/>
              </a:solidFill>
              <a:latin typeface="Times New Roman" panose="02020603050405020304" pitchFamily="18" charset="0"/>
              <a:cs typeface="Times New Roman" panose="02020603050405020304" pitchFamily="18" charset="0"/>
            </a:endParaRPr>
          </a:p>
        </p:txBody>
      </p:sp>
      <p:sp>
        <p:nvSpPr>
          <p:cNvPr id="39" name="ZoneTexte 38">
            <a:extLst>
              <a:ext uri="{FF2B5EF4-FFF2-40B4-BE49-F238E27FC236}">
                <a16:creationId xmlns:a16="http://schemas.microsoft.com/office/drawing/2014/main" id="{E176A507-2492-7E97-6D42-B5CB9AC23085}"/>
              </a:ext>
            </a:extLst>
          </p:cNvPr>
          <p:cNvSpPr txBox="1"/>
          <p:nvPr/>
        </p:nvSpPr>
        <p:spPr>
          <a:xfrm>
            <a:off x="2669337" y="4958265"/>
            <a:ext cx="6103188" cy="369332"/>
          </a:xfrm>
          <a:prstGeom prst="rect">
            <a:avLst/>
          </a:prstGeom>
          <a:noFill/>
        </p:spPr>
        <p:txBody>
          <a:bodyPr wrap="square">
            <a:spAutoFit/>
          </a:bodyPr>
          <a:lstStyle/>
          <a:p>
            <a:r>
              <a:rPr lang="en-US" sz="1800" b="1" dirty="0">
                <a:solidFill>
                  <a:srgbClr val="002060"/>
                </a:solidFill>
                <a:latin typeface="Times New Roman" panose="02020603050405020304" pitchFamily="18" charset="0"/>
                <a:cs typeface="Times New Roman" panose="02020603050405020304" pitchFamily="18" charset="0"/>
              </a:rPr>
              <a:t>Les perspectives de projet </a:t>
            </a:r>
            <a:endParaRPr lang="fr-FR" sz="1800" b="1" dirty="0">
              <a:solidFill>
                <a:srgbClr val="002060"/>
              </a:solidFill>
              <a:latin typeface="Times New Roman" panose="02020603050405020304" pitchFamily="18" charset="0"/>
              <a:cs typeface="Times New Roman" panose="02020603050405020304" pitchFamily="18" charset="0"/>
            </a:endParaRPr>
          </a:p>
        </p:txBody>
      </p:sp>
      <p:sp>
        <p:nvSpPr>
          <p:cNvPr id="41" name="Ellipse 40">
            <a:extLst>
              <a:ext uri="{FF2B5EF4-FFF2-40B4-BE49-F238E27FC236}">
                <a16:creationId xmlns:a16="http://schemas.microsoft.com/office/drawing/2014/main" id="{E21D1C96-D649-B2F8-8852-D80060F453E4}"/>
              </a:ext>
            </a:extLst>
          </p:cNvPr>
          <p:cNvSpPr/>
          <p:nvPr/>
        </p:nvSpPr>
        <p:spPr>
          <a:xfrm>
            <a:off x="1984880" y="5003095"/>
            <a:ext cx="300092" cy="263554"/>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2" name="Ellipse 41">
            <a:extLst>
              <a:ext uri="{FF2B5EF4-FFF2-40B4-BE49-F238E27FC236}">
                <a16:creationId xmlns:a16="http://schemas.microsoft.com/office/drawing/2014/main" id="{95D15D7E-C730-A2F6-7FFF-7607C0EAC7A9}"/>
              </a:ext>
            </a:extLst>
          </p:cNvPr>
          <p:cNvSpPr/>
          <p:nvPr/>
        </p:nvSpPr>
        <p:spPr>
          <a:xfrm>
            <a:off x="1871408" y="1415232"/>
            <a:ext cx="300092" cy="263554"/>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3" name="Ellipse 42">
            <a:extLst>
              <a:ext uri="{FF2B5EF4-FFF2-40B4-BE49-F238E27FC236}">
                <a16:creationId xmlns:a16="http://schemas.microsoft.com/office/drawing/2014/main" id="{296E2A0C-A298-676E-913A-CD731C19D08F}"/>
              </a:ext>
            </a:extLst>
          </p:cNvPr>
          <p:cNvSpPr/>
          <p:nvPr/>
        </p:nvSpPr>
        <p:spPr>
          <a:xfrm>
            <a:off x="2324806" y="4539013"/>
            <a:ext cx="300092" cy="263554"/>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4" name="Ellipse 43">
            <a:extLst>
              <a:ext uri="{FF2B5EF4-FFF2-40B4-BE49-F238E27FC236}">
                <a16:creationId xmlns:a16="http://schemas.microsoft.com/office/drawing/2014/main" id="{BCFEA1A2-B888-4159-52A5-510F57BEED47}"/>
              </a:ext>
            </a:extLst>
          </p:cNvPr>
          <p:cNvSpPr/>
          <p:nvPr/>
        </p:nvSpPr>
        <p:spPr>
          <a:xfrm>
            <a:off x="2258502" y="1923184"/>
            <a:ext cx="300092" cy="263554"/>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5" name="Ellipse 44">
            <a:extLst>
              <a:ext uri="{FF2B5EF4-FFF2-40B4-BE49-F238E27FC236}">
                <a16:creationId xmlns:a16="http://schemas.microsoft.com/office/drawing/2014/main" id="{373A0B44-75F5-3CD3-3E21-76F0D5D2B528}"/>
              </a:ext>
            </a:extLst>
          </p:cNvPr>
          <p:cNvSpPr/>
          <p:nvPr/>
        </p:nvSpPr>
        <p:spPr>
          <a:xfrm>
            <a:off x="2521737" y="4011497"/>
            <a:ext cx="300092" cy="263554"/>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46" name="Ellipse 45">
            <a:extLst>
              <a:ext uri="{FF2B5EF4-FFF2-40B4-BE49-F238E27FC236}">
                <a16:creationId xmlns:a16="http://schemas.microsoft.com/office/drawing/2014/main" id="{A5ABAC01-6D0F-6E68-BDC6-D0F5B057EB01}"/>
              </a:ext>
            </a:extLst>
          </p:cNvPr>
          <p:cNvSpPr/>
          <p:nvPr/>
        </p:nvSpPr>
        <p:spPr>
          <a:xfrm>
            <a:off x="2599970" y="2931856"/>
            <a:ext cx="300092" cy="263554"/>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1" name="Ellipse 50">
            <a:extLst>
              <a:ext uri="{FF2B5EF4-FFF2-40B4-BE49-F238E27FC236}">
                <a16:creationId xmlns:a16="http://schemas.microsoft.com/office/drawing/2014/main" id="{B2332BE6-3B61-7A7F-7BEE-F6E84AB733A1}"/>
              </a:ext>
            </a:extLst>
          </p:cNvPr>
          <p:cNvSpPr/>
          <p:nvPr/>
        </p:nvSpPr>
        <p:spPr>
          <a:xfrm>
            <a:off x="2599970" y="3506548"/>
            <a:ext cx="300092" cy="263554"/>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4" name="ZoneTexte 53">
            <a:extLst>
              <a:ext uri="{FF2B5EF4-FFF2-40B4-BE49-F238E27FC236}">
                <a16:creationId xmlns:a16="http://schemas.microsoft.com/office/drawing/2014/main" id="{04BB8A64-4F6B-D821-FE09-85A033D9DFB7}"/>
              </a:ext>
            </a:extLst>
          </p:cNvPr>
          <p:cNvSpPr txBox="1"/>
          <p:nvPr/>
        </p:nvSpPr>
        <p:spPr>
          <a:xfrm>
            <a:off x="2817648" y="2430339"/>
            <a:ext cx="300092" cy="369332"/>
          </a:xfrm>
          <a:prstGeom prst="rect">
            <a:avLst/>
          </a:prstGeom>
          <a:noFill/>
        </p:spPr>
        <p:txBody>
          <a:bodyPr wrap="square" rtlCol="0">
            <a:spAutoFit/>
          </a:bodyPr>
          <a:lstStyle/>
          <a:p>
            <a:r>
              <a:rPr lang="en-US" b="1" dirty="0">
                <a:ln>
                  <a:solidFill>
                    <a:schemeClr val="bg1"/>
                  </a:solidFill>
                </a:ln>
                <a:solidFill>
                  <a:schemeClr val="bg1"/>
                </a:solidFill>
                <a:latin typeface="Times New Roman" panose="02020603050405020304" pitchFamily="18" charset="0"/>
                <a:cs typeface="Times New Roman" panose="02020603050405020304" pitchFamily="18" charset="0"/>
              </a:rPr>
              <a:t>4</a:t>
            </a:r>
            <a:endParaRPr lang="fr-FR" b="1" dirty="0">
              <a:ln>
                <a:solidFill>
                  <a:schemeClr val="bg1"/>
                </a:solidFill>
              </a:ln>
              <a:solidFill>
                <a:schemeClr val="bg1"/>
              </a:solidFill>
              <a:latin typeface="Times New Roman" panose="02020603050405020304" pitchFamily="18" charset="0"/>
              <a:cs typeface="Times New Roman" panose="02020603050405020304" pitchFamily="18" charset="0"/>
            </a:endParaRPr>
          </a:p>
        </p:txBody>
      </p:sp>
      <p:sp>
        <p:nvSpPr>
          <p:cNvPr id="63" name="ZoneTexte 62">
            <a:extLst>
              <a:ext uri="{FF2B5EF4-FFF2-40B4-BE49-F238E27FC236}">
                <a16:creationId xmlns:a16="http://schemas.microsoft.com/office/drawing/2014/main" id="{96EEAC7C-8B36-C5F5-EC97-B51FF375C5BE}"/>
              </a:ext>
            </a:extLst>
          </p:cNvPr>
          <p:cNvSpPr txBox="1"/>
          <p:nvPr/>
        </p:nvSpPr>
        <p:spPr>
          <a:xfrm>
            <a:off x="2142653" y="5401174"/>
            <a:ext cx="6103188" cy="369332"/>
          </a:xfrm>
          <a:prstGeom prst="rect">
            <a:avLst/>
          </a:prstGeom>
          <a:noFill/>
        </p:spPr>
        <p:txBody>
          <a:bodyPr wrap="square">
            <a:spAutoFit/>
          </a:bodyPr>
          <a:lstStyle/>
          <a:p>
            <a:r>
              <a:rPr lang="fr-FR" b="1" dirty="0">
                <a:solidFill>
                  <a:srgbClr val="002060"/>
                </a:solidFill>
                <a:latin typeface="Times New Roman" panose="02020603050405020304" pitchFamily="18" charset="0"/>
                <a:cs typeface="Times New Roman" panose="02020603050405020304" pitchFamily="18" charset="0"/>
              </a:rPr>
              <a:t>L</a:t>
            </a:r>
            <a:r>
              <a:rPr lang="fr-FR" sz="1800" b="1" dirty="0">
                <a:solidFill>
                  <a:srgbClr val="002060"/>
                </a:solidFill>
                <a:latin typeface="Times New Roman" panose="02020603050405020304" pitchFamily="18" charset="0"/>
                <a:cs typeface="Times New Roman" panose="02020603050405020304" pitchFamily="18" charset="0"/>
              </a:rPr>
              <a:t>a démonstration de différentes pages de site </a:t>
            </a:r>
          </a:p>
        </p:txBody>
      </p:sp>
      <p:sp>
        <p:nvSpPr>
          <p:cNvPr id="64" name="ZoneTexte 63">
            <a:extLst>
              <a:ext uri="{FF2B5EF4-FFF2-40B4-BE49-F238E27FC236}">
                <a16:creationId xmlns:a16="http://schemas.microsoft.com/office/drawing/2014/main" id="{C31AA280-605B-9C03-E19C-CD54E89D06A1}"/>
              </a:ext>
            </a:extLst>
          </p:cNvPr>
          <p:cNvSpPr txBox="1"/>
          <p:nvPr/>
        </p:nvSpPr>
        <p:spPr>
          <a:xfrm>
            <a:off x="1601341" y="5753936"/>
            <a:ext cx="6103188" cy="369332"/>
          </a:xfrm>
          <a:prstGeom prst="rect">
            <a:avLst/>
          </a:prstGeom>
          <a:noFill/>
        </p:spPr>
        <p:txBody>
          <a:bodyPr wrap="square">
            <a:spAutoFit/>
          </a:bodyPr>
          <a:lstStyle/>
          <a:p>
            <a:r>
              <a:rPr lang="en-US" sz="1800" b="1" dirty="0">
                <a:solidFill>
                  <a:srgbClr val="002060"/>
                </a:solidFill>
                <a:latin typeface="Times New Roman" panose="02020603050405020304" pitchFamily="18" charset="0"/>
                <a:cs typeface="Times New Roman" panose="02020603050405020304" pitchFamily="18" charset="0"/>
              </a:rPr>
              <a:t>Conclusion</a:t>
            </a:r>
            <a:endParaRPr lang="fr-FR" sz="1800" b="1" dirty="0">
              <a:solidFill>
                <a:srgbClr val="002060"/>
              </a:solidFill>
              <a:latin typeface="Times New Roman" panose="02020603050405020304" pitchFamily="18" charset="0"/>
              <a:cs typeface="Times New Roman" panose="02020603050405020304" pitchFamily="18" charset="0"/>
            </a:endParaRPr>
          </a:p>
        </p:txBody>
      </p:sp>
      <p:grpSp>
        <p:nvGrpSpPr>
          <p:cNvPr id="3" name="Groupe 2">
            <a:extLst>
              <a:ext uri="{FF2B5EF4-FFF2-40B4-BE49-F238E27FC236}">
                <a16:creationId xmlns:a16="http://schemas.microsoft.com/office/drawing/2014/main" id="{895493D0-8D60-4187-4652-5DFD16CB5F69}"/>
              </a:ext>
            </a:extLst>
          </p:cNvPr>
          <p:cNvGrpSpPr/>
          <p:nvPr/>
        </p:nvGrpSpPr>
        <p:grpSpPr>
          <a:xfrm>
            <a:off x="5095197" y="189468"/>
            <a:ext cx="2502716" cy="478814"/>
            <a:chOff x="5095197" y="189468"/>
            <a:chExt cx="2502716" cy="478814"/>
          </a:xfrm>
        </p:grpSpPr>
        <p:sp>
          <p:nvSpPr>
            <p:cNvPr id="65" name="ZoneTexte 64">
              <a:extLst>
                <a:ext uri="{FF2B5EF4-FFF2-40B4-BE49-F238E27FC236}">
                  <a16:creationId xmlns:a16="http://schemas.microsoft.com/office/drawing/2014/main" id="{80346E98-3831-8767-E5AC-19F63F45220B}"/>
                </a:ext>
              </a:extLst>
            </p:cNvPr>
            <p:cNvSpPr txBox="1"/>
            <p:nvPr/>
          </p:nvSpPr>
          <p:spPr>
            <a:xfrm>
              <a:off x="5095197" y="189468"/>
              <a:ext cx="2502716" cy="400110"/>
            </a:xfrm>
            <a:prstGeom prst="rect">
              <a:avLst/>
            </a:prstGeom>
            <a:noFill/>
          </p:spPr>
          <p:txBody>
            <a:bodyPr wrap="square" rtlCol="0" anchor="ctr">
              <a:spAutoFit/>
            </a:bodyPr>
            <a:lstStyle/>
            <a:p>
              <a:r>
                <a:rPr lang="en-US" sz="2000" b="1" i="1" dirty="0">
                  <a:solidFill>
                    <a:schemeClr val="bg1">
                      <a:lumMod val="50000"/>
                    </a:schemeClr>
                  </a:solidFill>
                  <a:latin typeface="Times New Roman" panose="02020603050405020304" pitchFamily="18" charset="0"/>
                  <a:cs typeface="Times New Roman" panose="02020603050405020304" pitchFamily="18" charset="0"/>
                </a:rPr>
                <a:t>PLANT</a:t>
              </a:r>
              <a:r>
                <a:rPr lang="en-US" dirty="0"/>
                <a:t> </a:t>
              </a:r>
              <a:endParaRPr lang="fr-FR" dirty="0"/>
            </a:p>
          </p:txBody>
        </p:sp>
        <p:cxnSp>
          <p:nvCxnSpPr>
            <p:cNvPr id="69" name="Connecteur droit 68">
              <a:extLst>
                <a:ext uri="{FF2B5EF4-FFF2-40B4-BE49-F238E27FC236}">
                  <a16:creationId xmlns:a16="http://schemas.microsoft.com/office/drawing/2014/main" id="{C2AAB593-234C-120B-5BB6-C8B7654A10A6}"/>
                </a:ext>
              </a:extLst>
            </p:cNvPr>
            <p:cNvCxnSpPr>
              <a:cxnSpLocks/>
            </p:cNvCxnSpPr>
            <p:nvPr/>
          </p:nvCxnSpPr>
          <p:spPr>
            <a:xfrm>
              <a:off x="5095197" y="668282"/>
              <a:ext cx="1387591" cy="0"/>
            </a:xfrm>
            <a:prstGeom prst="line">
              <a:avLst/>
            </a:prstGeom>
          </p:spPr>
          <p:style>
            <a:lnRef idx="1">
              <a:schemeClr val="dk1"/>
            </a:lnRef>
            <a:fillRef idx="0">
              <a:schemeClr val="dk1"/>
            </a:fillRef>
            <a:effectRef idx="0">
              <a:schemeClr val="dk1"/>
            </a:effectRef>
            <a:fontRef idx="minor">
              <a:schemeClr val="tx1"/>
            </a:fontRef>
          </p:style>
        </p:cxnSp>
      </p:grpSp>
      <p:pic>
        <p:nvPicPr>
          <p:cNvPr id="2" name="Image 1" descr="Une image contenant Police, capture d’écran, Graphique, logo&#10;&#10;Description générée automatiquement">
            <a:extLst>
              <a:ext uri="{FF2B5EF4-FFF2-40B4-BE49-F238E27FC236}">
                <a16:creationId xmlns:a16="http://schemas.microsoft.com/office/drawing/2014/main" id="{40BF7D8D-37B5-7911-40B8-F136F9C0DF4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834" y="2471783"/>
            <a:ext cx="2301174" cy="1727400"/>
          </a:xfrm>
          <a:prstGeom prst="rect">
            <a:avLst/>
          </a:prstGeom>
        </p:spPr>
      </p:pic>
      <p:sp>
        <p:nvSpPr>
          <p:cNvPr id="5" name="ZoneTexte 4">
            <a:extLst>
              <a:ext uri="{FF2B5EF4-FFF2-40B4-BE49-F238E27FC236}">
                <a16:creationId xmlns:a16="http://schemas.microsoft.com/office/drawing/2014/main" id="{990DB5B5-DD4D-7F1D-48FB-DAF3C1EA82E3}"/>
              </a:ext>
            </a:extLst>
          </p:cNvPr>
          <p:cNvSpPr txBox="1"/>
          <p:nvPr/>
        </p:nvSpPr>
        <p:spPr>
          <a:xfrm>
            <a:off x="3172135" y="2363888"/>
            <a:ext cx="4296616" cy="400110"/>
          </a:xfrm>
          <a:prstGeom prst="rect">
            <a:avLst/>
          </a:prstGeom>
          <a:noFill/>
        </p:spPr>
        <p:txBody>
          <a:bodyPr wrap="square" rtlCol="0">
            <a:spAutoFit/>
          </a:bodyPr>
          <a:lstStyle/>
          <a:p>
            <a:r>
              <a:rPr lang="en-US" sz="2000" b="1" dirty="0">
                <a:solidFill>
                  <a:srgbClr val="002060"/>
                </a:solidFill>
                <a:latin typeface="Times New Roman" panose="02020603050405020304" pitchFamily="18" charset="0"/>
                <a:cs typeface="Times New Roman" panose="02020603050405020304" pitchFamily="18" charset="0"/>
              </a:rPr>
              <a:t>La gestion de projet </a:t>
            </a:r>
            <a:endParaRPr lang="fr-FR" sz="2000" b="1" dirty="0">
              <a:solidFill>
                <a:srgbClr val="002060"/>
              </a:solidFill>
              <a:latin typeface="Times New Roman" panose="02020603050405020304" pitchFamily="18" charset="0"/>
              <a:cs typeface="Times New Roman" panose="02020603050405020304" pitchFamily="18" charset="0"/>
            </a:endParaRPr>
          </a:p>
        </p:txBody>
      </p:sp>
      <p:sp>
        <p:nvSpPr>
          <p:cNvPr id="6" name="Ellipse 5">
            <a:extLst>
              <a:ext uri="{FF2B5EF4-FFF2-40B4-BE49-F238E27FC236}">
                <a16:creationId xmlns:a16="http://schemas.microsoft.com/office/drawing/2014/main" id="{0AF06590-D519-8BDF-9802-50EB7B9117A3}"/>
              </a:ext>
            </a:extLst>
          </p:cNvPr>
          <p:cNvSpPr/>
          <p:nvPr/>
        </p:nvSpPr>
        <p:spPr>
          <a:xfrm>
            <a:off x="2488847" y="2426867"/>
            <a:ext cx="300092" cy="263554"/>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0" name="Ellipse 9">
            <a:extLst>
              <a:ext uri="{FF2B5EF4-FFF2-40B4-BE49-F238E27FC236}">
                <a16:creationId xmlns:a16="http://schemas.microsoft.com/office/drawing/2014/main" id="{D6DF7A86-E564-4E55-E5D2-CC5755A1A4E7}"/>
              </a:ext>
            </a:extLst>
          </p:cNvPr>
          <p:cNvSpPr/>
          <p:nvPr/>
        </p:nvSpPr>
        <p:spPr>
          <a:xfrm>
            <a:off x="1059556" y="5752876"/>
            <a:ext cx="300092" cy="263554"/>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4" name="ZoneTexte 13">
            <a:extLst>
              <a:ext uri="{FF2B5EF4-FFF2-40B4-BE49-F238E27FC236}">
                <a16:creationId xmlns:a16="http://schemas.microsoft.com/office/drawing/2014/main" id="{93C8C7BB-5842-B0E0-F1A9-032F6BD3527A}"/>
              </a:ext>
            </a:extLst>
          </p:cNvPr>
          <p:cNvSpPr txBox="1"/>
          <p:nvPr/>
        </p:nvSpPr>
        <p:spPr>
          <a:xfrm>
            <a:off x="2967694" y="4487682"/>
            <a:ext cx="6103188" cy="369332"/>
          </a:xfrm>
          <a:prstGeom prst="rect">
            <a:avLst/>
          </a:prstGeom>
          <a:noFill/>
        </p:spPr>
        <p:txBody>
          <a:bodyPr wrap="square">
            <a:spAutoFit/>
          </a:bodyPr>
          <a:lstStyle/>
          <a:p>
            <a:r>
              <a:rPr lang="fr-FR" sz="1800" b="1" dirty="0">
                <a:solidFill>
                  <a:srgbClr val="002060"/>
                </a:solidFill>
                <a:latin typeface="Times New Roman" panose="02020603050405020304" pitchFamily="18" charset="0"/>
                <a:cs typeface="Times New Roman" panose="02020603050405020304" pitchFamily="18" charset="0"/>
              </a:rPr>
              <a:t>Les problèmes que nous avons rencontrés</a:t>
            </a:r>
          </a:p>
        </p:txBody>
      </p:sp>
    </p:spTree>
    <p:extLst>
      <p:ext uri="{BB962C8B-B14F-4D97-AF65-F5344CB8AC3E}">
        <p14:creationId xmlns:p14="http://schemas.microsoft.com/office/powerpoint/2010/main" val="769492841"/>
      </p:ext>
    </p:extLst>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anim calcmode="lin" valueType="num">
                                      <p:cBhvr>
                                        <p:cTn id="8" dur="500" fill="hold"/>
                                        <p:tgtEl>
                                          <p:spTgt spid="12"/>
                                        </p:tgtEl>
                                        <p:attrNameLst>
                                          <p:attrName>ppt_x</p:attrName>
                                        </p:attrNameLst>
                                      </p:cBhvr>
                                      <p:tavLst>
                                        <p:tav tm="0">
                                          <p:val>
                                            <p:strVal val="#ppt_x"/>
                                          </p:val>
                                        </p:tav>
                                        <p:tav tm="100000">
                                          <p:val>
                                            <p:strVal val="#ppt_x"/>
                                          </p:val>
                                        </p:tav>
                                      </p:tavLst>
                                    </p:anim>
                                    <p:anim calcmode="lin" valueType="num">
                                      <p:cBhvr>
                                        <p:cTn id="9" dur="5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500"/>
                            </p:stCondLst>
                            <p:childTnLst>
                              <p:par>
                                <p:cTn id="11" presetID="6" presetClass="entr" presetSubtype="16" fill="hold" grpId="0" nodeType="after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circle(in)">
                                      <p:cBhvr>
                                        <p:cTn id="13" dur="500"/>
                                        <p:tgtEl>
                                          <p:spTgt spid="15"/>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42"/>
                                        </p:tgtEl>
                                        <p:attrNameLst>
                                          <p:attrName>style.visibility</p:attrName>
                                        </p:attrNameLst>
                                      </p:cBhvr>
                                      <p:to>
                                        <p:strVal val="visible"/>
                                      </p:to>
                                    </p:set>
                                    <p:animEffect transition="in" filter="fade">
                                      <p:cBhvr>
                                        <p:cTn id="18" dur="500"/>
                                        <p:tgtEl>
                                          <p:spTgt spid="42"/>
                                        </p:tgtEl>
                                      </p:cBhvr>
                                    </p:animEffect>
                                    <p:anim calcmode="lin" valueType="num">
                                      <p:cBhvr>
                                        <p:cTn id="19" dur="500" fill="hold"/>
                                        <p:tgtEl>
                                          <p:spTgt spid="42"/>
                                        </p:tgtEl>
                                        <p:attrNameLst>
                                          <p:attrName>ppt_x</p:attrName>
                                        </p:attrNameLst>
                                      </p:cBhvr>
                                      <p:tavLst>
                                        <p:tav tm="0">
                                          <p:val>
                                            <p:strVal val="#ppt_x"/>
                                          </p:val>
                                        </p:tav>
                                        <p:tav tm="100000">
                                          <p:val>
                                            <p:strVal val="#ppt_x"/>
                                          </p:val>
                                        </p:tav>
                                      </p:tavLst>
                                    </p:anim>
                                    <p:anim calcmode="lin" valueType="num">
                                      <p:cBhvr>
                                        <p:cTn id="20" dur="500" fill="hold"/>
                                        <p:tgtEl>
                                          <p:spTgt spid="42"/>
                                        </p:tgtEl>
                                        <p:attrNameLst>
                                          <p:attrName>ppt_y</p:attrName>
                                        </p:attrNameLst>
                                      </p:cBhvr>
                                      <p:tavLst>
                                        <p:tav tm="0">
                                          <p:val>
                                            <p:strVal val="#ppt_y+.1"/>
                                          </p:val>
                                        </p:tav>
                                        <p:tav tm="100000">
                                          <p:val>
                                            <p:strVal val="#ppt_y"/>
                                          </p:val>
                                        </p:tav>
                                      </p:tavLst>
                                    </p:anim>
                                  </p:childTnLst>
                                </p:cTn>
                              </p:par>
                            </p:childTnLst>
                          </p:cTn>
                        </p:par>
                        <p:par>
                          <p:cTn id="21" fill="hold">
                            <p:stCondLst>
                              <p:cond delay="500"/>
                            </p:stCondLst>
                            <p:childTnLst>
                              <p:par>
                                <p:cTn id="22" presetID="6" presetClass="entr" presetSubtype="16" fill="hold" grpId="0" nodeType="afterEffect">
                                  <p:stCondLst>
                                    <p:cond delay="0"/>
                                  </p:stCondLst>
                                  <p:childTnLst>
                                    <p:set>
                                      <p:cBhvr>
                                        <p:cTn id="23" dur="1" fill="hold">
                                          <p:stCondLst>
                                            <p:cond delay="0"/>
                                          </p:stCondLst>
                                        </p:cTn>
                                        <p:tgtEl>
                                          <p:spTgt spid="31"/>
                                        </p:tgtEl>
                                        <p:attrNameLst>
                                          <p:attrName>style.visibility</p:attrName>
                                        </p:attrNameLst>
                                      </p:cBhvr>
                                      <p:to>
                                        <p:strVal val="visible"/>
                                      </p:to>
                                    </p:set>
                                    <p:animEffect transition="in" filter="circle(in)">
                                      <p:cBhvr>
                                        <p:cTn id="24" dur="500"/>
                                        <p:tgtEl>
                                          <p:spTgt spid="31"/>
                                        </p:tgtEl>
                                      </p:cBhvr>
                                    </p:animEffect>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44"/>
                                        </p:tgtEl>
                                        <p:attrNameLst>
                                          <p:attrName>style.visibility</p:attrName>
                                        </p:attrNameLst>
                                      </p:cBhvr>
                                      <p:to>
                                        <p:strVal val="visible"/>
                                      </p:to>
                                    </p:set>
                                    <p:animEffect transition="in" filter="fade">
                                      <p:cBhvr>
                                        <p:cTn id="29" dur="500"/>
                                        <p:tgtEl>
                                          <p:spTgt spid="44"/>
                                        </p:tgtEl>
                                      </p:cBhvr>
                                    </p:animEffect>
                                    <p:anim calcmode="lin" valueType="num">
                                      <p:cBhvr>
                                        <p:cTn id="30" dur="500" fill="hold"/>
                                        <p:tgtEl>
                                          <p:spTgt spid="44"/>
                                        </p:tgtEl>
                                        <p:attrNameLst>
                                          <p:attrName>ppt_x</p:attrName>
                                        </p:attrNameLst>
                                      </p:cBhvr>
                                      <p:tavLst>
                                        <p:tav tm="0">
                                          <p:val>
                                            <p:strVal val="#ppt_x"/>
                                          </p:val>
                                        </p:tav>
                                        <p:tav tm="100000">
                                          <p:val>
                                            <p:strVal val="#ppt_x"/>
                                          </p:val>
                                        </p:tav>
                                      </p:tavLst>
                                    </p:anim>
                                    <p:anim calcmode="lin" valueType="num">
                                      <p:cBhvr>
                                        <p:cTn id="31" dur="500" fill="hold"/>
                                        <p:tgtEl>
                                          <p:spTgt spid="44"/>
                                        </p:tgtEl>
                                        <p:attrNameLst>
                                          <p:attrName>ppt_y</p:attrName>
                                        </p:attrNameLst>
                                      </p:cBhvr>
                                      <p:tavLst>
                                        <p:tav tm="0">
                                          <p:val>
                                            <p:strVal val="#ppt_y+.1"/>
                                          </p:val>
                                        </p:tav>
                                        <p:tav tm="100000">
                                          <p:val>
                                            <p:strVal val="#ppt_y"/>
                                          </p:val>
                                        </p:tav>
                                      </p:tavLst>
                                    </p:anim>
                                  </p:childTnLst>
                                </p:cTn>
                              </p:par>
                            </p:childTnLst>
                          </p:cTn>
                        </p:par>
                        <p:par>
                          <p:cTn id="32" fill="hold">
                            <p:stCondLst>
                              <p:cond delay="500"/>
                            </p:stCondLst>
                            <p:childTnLst>
                              <p:par>
                                <p:cTn id="33" presetID="6" presetClass="entr" presetSubtype="16" fill="hold" grpId="0" nodeType="afterEffect">
                                  <p:stCondLst>
                                    <p:cond delay="0"/>
                                  </p:stCondLst>
                                  <p:childTnLst>
                                    <p:set>
                                      <p:cBhvr>
                                        <p:cTn id="34" dur="1" fill="hold">
                                          <p:stCondLst>
                                            <p:cond delay="0"/>
                                          </p:stCondLst>
                                        </p:cTn>
                                        <p:tgtEl>
                                          <p:spTgt spid="32"/>
                                        </p:tgtEl>
                                        <p:attrNameLst>
                                          <p:attrName>style.visibility</p:attrName>
                                        </p:attrNameLst>
                                      </p:cBhvr>
                                      <p:to>
                                        <p:strVal val="visible"/>
                                      </p:to>
                                    </p:set>
                                    <p:animEffect transition="in" filter="circle(in)">
                                      <p:cBhvr>
                                        <p:cTn id="35" dur="500"/>
                                        <p:tgtEl>
                                          <p:spTgt spid="32"/>
                                        </p:tgtEl>
                                      </p:cBhvr>
                                    </p:animEffec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fade">
                                      <p:cBhvr>
                                        <p:cTn id="40" dur="500"/>
                                        <p:tgtEl>
                                          <p:spTgt spid="6"/>
                                        </p:tgtEl>
                                      </p:cBhvr>
                                    </p:animEffect>
                                    <p:anim calcmode="lin" valueType="num">
                                      <p:cBhvr>
                                        <p:cTn id="41" dur="500" fill="hold"/>
                                        <p:tgtEl>
                                          <p:spTgt spid="6"/>
                                        </p:tgtEl>
                                        <p:attrNameLst>
                                          <p:attrName>ppt_x</p:attrName>
                                        </p:attrNameLst>
                                      </p:cBhvr>
                                      <p:tavLst>
                                        <p:tav tm="0">
                                          <p:val>
                                            <p:strVal val="#ppt_x"/>
                                          </p:val>
                                        </p:tav>
                                        <p:tav tm="100000">
                                          <p:val>
                                            <p:strVal val="#ppt_x"/>
                                          </p:val>
                                        </p:tav>
                                      </p:tavLst>
                                    </p:anim>
                                    <p:anim calcmode="lin" valueType="num">
                                      <p:cBhvr>
                                        <p:cTn id="42" dur="500" fill="hold"/>
                                        <p:tgtEl>
                                          <p:spTgt spid="6"/>
                                        </p:tgtEl>
                                        <p:attrNameLst>
                                          <p:attrName>ppt_y</p:attrName>
                                        </p:attrNameLst>
                                      </p:cBhvr>
                                      <p:tavLst>
                                        <p:tav tm="0">
                                          <p:val>
                                            <p:strVal val="#ppt_y+.1"/>
                                          </p:val>
                                        </p:tav>
                                        <p:tav tm="100000">
                                          <p:val>
                                            <p:strVal val="#ppt_y"/>
                                          </p:val>
                                        </p:tav>
                                      </p:tavLst>
                                    </p:anim>
                                  </p:childTnLst>
                                </p:cTn>
                              </p:par>
                            </p:childTnLst>
                          </p:cTn>
                        </p:par>
                        <p:par>
                          <p:cTn id="43" fill="hold">
                            <p:stCondLst>
                              <p:cond delay="500"/>
                            </p:stCondLst>
                            <p:childTnLst>
                              <p:par>
                                <p:cTn id="44" presetID="6" presetClass="entr" presetSubtype="16" fill="hold" grpId="0" nodeType="after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circle(in)">
                                      <p:cBhvr>
                                        <p:cTn id="46" dur="500"/>
                                        <p:tgtEl>
                                          <p:spTgt spid="5"/>
                                        </p:tgtEl>
                                      </p:cBhvr>
                                    </p:animEffect>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grpId="0" nodeType="clickEffect">
                                  <p:stCondLst>
                                    <p:cond delay="0"/>
                                  </p:stCondLst>
                                  <p:childTnLst>
                                    <p:set>
                                      <p:cBhvr>
                                        <p:cTn id="50" dur="1" fill="hold">
                                          <p:stCondLst>
                                            <p:cond delay="0"/>
                                          </p:stCondLst>
                                        </p:cTn>
                                        <p:tgtEl>
                                          <p:spTgt spid="46"/>
                                        </p:tgtEl>
                                        <p:attrNameLst>
                                          <p:attrName>style.visibility</p:attrName>
                                        </p:attrNameLst>
                                      </p:cBhvr>
                                      <p:to>
                                        <p:strVal val="visible"/>
                                      </p:to>
                                    </p:set>
                                    <p:animEffect transition="in" filter="fade">
                                      <p:cBhvr>
                                        <p:cTn id="51" dur="500"/>
                                        <p:tgtEl>
                                          <p:spTgt spid="46"/>
                                        </p:tgtEl>
                                      </p:cBhvr>
                                    </p:animEffect>
                                    <p:anim calcmode="lin" valueType="num">
                                      <p:cBhvr>
                                        <p:cTn id="52" dur="500" fill="hold"/>
                                        <p:tgtEl>
                                          <p:spTgt spid="46"/>
                                        </p:tgtEl>
                                        <p:attrNameLst>
                                          <p:attrName>ppt_x</p:attrName>
                                        </p:attrNameLst>
                                      </p:cBhvr>
                                      <p:tavLst>
                                        <p:tav tm="0">
                                          <p:val>
                                            <p:strVal val="#ppt_x"/>
                                          </p:val>
                                        </p:tav>
                                        <p:tav tm="100000">
                                          <p:val>
                                            <p:strVal val="#ppt_x"/>
                                          </p:val>
                                        </p:tav>
                                      </p:tavLst>
                                    </p:anim>
                                    <p:anim calcmode="lin" valueType="num">
                                      <p:cBhvr>
                                        <p:cTn id="53" dur="500" fill="hold"/>
                                        <p:tgtEl>
                                          <p:spTgt spid="46"/>
                                        </p:tgtEl>
                                        <p:attrNameLst>
                                          <p:attrName>ppt_y</p:attrName>
                                        </p:attrNameLst>
                                      </p:cBhvr>
                                      <p:tavLst>
                                        <p:tav tm="0">
                                          <p:val>
                                            <p:strVal val="#ppt_y+.1"/>
                                          </p:val>
                                        </p:tav>
                                        <p:tav tm="100000">
                                          <p:val>
                                            <p:strVal val="#ppt_y"/>
                                          </p:val>
                                        </p:tav>
                                      </p:tavLst>
                                    </p:anim>
                                  </p:childTnLst>
                                </p:cTn>
                              </p:par>
                            </p:childTnLst>
                          </p:cTn>
                        </p:par>
                        <p:par>
                          <p:cTn id="54" fill="hold">
                            <p:stCondLst>
                              <p:cond delay="500"/>
                            </p:stCondLst>
                            <p:childTnLst>
                              <p:par>
                                <p:cTn id="55" presetID="6" presetClass="entr" presetSubtype="16" fill="hold" grpId="0" nodeType="afterEffect">
                                  <p:stCondLst>
                                    <p:cond delay="0"/>
                                  </p:stCondLst>
                                  <p:childTnLst>
                                    <p:set>
                                      <p:cBhvr>
                                        <p:cTn id="56" dur="1" fill="hold">
                                          <p:stCondLst>
                                            <p:cond delay="0"/>
                                          </p:stCondLst>
                                        </p:cTn>
                                        <p:tgtEl>
                                          <p:spTgt spid="33"/>
                                        </p:tgtEl>
                                        <p:attrNameLst>
                                          <p:attrName>style.visibility</p:attrName>
                                        </p:attrNameLst>
                                      </p:cBhvr>
                                      <p:to>
                                        <p:strVal val="visible"/>
                                      </p:to>
                                    </p:set>
                                    <p:animEffect transition="in" filter="circle(in)">
                                      <p:cBhvr>
                                        <p:cTn id="57" dur="500"/>
                                        <p:tgtEl>
                                          <p:spTgt spid="33"/>
                                        </p:tgtEl>
                                      </p:cBhvr>
                                    </p:animEffect>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51"/>
                                        </p:tgtEl>
                                        <p:attrNameLst>
                                          <p:attrName>style.visibility</p:attrName>
                                        </p:attrNameLst>
                                      </p:cBhvr>
                                      <p:to>
                                        <p:strVal val="visible"/>
                                      </p:to>
                                    </p:set>
                                    <p:animEffect transition="in" filter="fade">
                                      <p:cBhvr>
                                        <p:cTn id="62" dur="500"/>
                                        <p:tgtEl>
                                          <p:spTgt spid="51"/>
                                        </p:tgtEl>
                                      </p:cBhvr>
                                    </p:animEffect>
                                    <p:anim calcmode="lin" valueType="num">
                                      <p:cBhvr>
                                        <p:cTn id="63" dur="500" fill="hold"/>
                                        <p:tgtEl>
                                          <p:spTgt spid="51"/>
                                        </p:tgtEl>
                                        <p:attrNameLst>
                                          <p:attrName>ppt_x</p:attrName>
                                        </p:attrNameLst>
                                      </p:cBhvr>
                                      <p:tavLst>
                                        <p:tav tm="0">
                                          <p:val>
                                            <p:strVal val="#ppt_x"/>
                                          </p:val>
                                        </p:tav>
                                        <p:tav tm="100000">
                                          <p:val>
                                            <p:strVal val="#ppt_x"/>
                                          </p:val>
                                        </p:tav>
                                      </p:tavLst>
                                    </p:anim>
                                    <p:anim calcmode="lin" valueType="num">
                                      <p:cBhvr>
                                        <p:cTn id="64" dur="500" fill="hold"/>
                                        <p:tgtEl>
                                          <p:spTgt spid="51"/>
                                        </p:tgtEl>
                                        <p:attrNameLst>
                                          <p:attrName>ppt_y</p:attrName>
                                        </p:attrNameLst>
                                      </p:cBhvr>
                                      <p:tavLst>
                                        <p:tav tm="0">
                                          <p:val>
                                            <p:strVal val="#ppt_y+.1"/>
                                          </p:val>
                                        </p:tav>
                                        <p:tav tm="100000">
                                          <p:val>
                                            <p:strVal val="#ppt_y"/>
                                          </p:val>
                                        </p:tav>
                                      </p:tavLst>
                                    </p:anim>
                                  </p:childTnLst>
                                </p:cTn>
                              </p:par>
                            </p:childTnLst>
                          </p:cTn>
                        </p:par>
                        <p:par>
                          <p:cTn id="65" fill="hold">
                            <p:stCondLst>
                              <p:cond delay="500"/>
                            </p:stCondLst>
                            <p:childTnLst>
                              <p:par>
                                <p:cTn id="66" presetID="6" presetClass="entr" presetSubtype="16" fill="hold" grpId="0" nodeType="afterEffect">
                                  <p:stCondLst>
                                    <p:cond delay="0"/>
                                  </p:stCondLst>
                                  <p:childTnLst>
                                    <p:set>
                                      <p:cBhvr>
                                        <p:cTn id="67" dur="1" fill="hold">
                                          <p:stCondLst>
                                            <p:cond delay="0"/>
                                          </p:stCondLst>
                                        </p:cTn>
                                        <p:tgtEl>
                                          <p:spTgt spid="35"/>
                                        </p:tgtEl>
                                        <p:attrNameLst>
                                          <p:attrName>style.visibility</p:attrName>
                                        </p:attrNameLst>
                                      </p:cBhvr>
                                      <p:to>
                                        <p:strVal val="visible"/>
                                      </p:to>
                                    </p:set>
                                    <p:animEffect transition="in" filter="circle(in)">
                                      <p:cBhvr>
                                        <p:cTn id="68" dur="500"/>
                                        <p:tgtEl>
                                          <p:spTgt spid="35"/>
                                        </p:tgtEl>
                                      </p:cBhvr>
                                    </p:animEffect>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45"/>
                                        </p:tgtEl>
                                        <p:attrNameLst>
                                          <p:attrName>style.visibility</p:attrName>
                                        </p:attrNameLst>
                                      </p:cBhvr>
                                      <p:to>
                                        <p:strVal val="visible"/>
                                      </p:to>
                                    </p:set>
                                    <p:anim calcmode="lin" valueType="num">
                                      <p:cBhvr additive="base">
                                        <p:cTn id="73" dur="500" fill="hold"/>
                                        <p:tgtEl>
                                          <p:spTgt spid="45"/>
                                        </p:tgtEl>
                                        <p:attrNameLst>
                                          <p:attrName>ppt_x</p:attrName>
                                        </p:attrNameLst>
                                      </p:cBhvr>
                                      <p:tavLst>
                                        <p:tav tm="0">
                                          <p:val>
                                            <p:strVal val="#ppt_x"/>
                                          </p:val>
                                        </p:tav>
                                        <p:tav tm="100000">
                                          <p:val>
                                            <p:strVal val="#ppt_x"/>
                                          </p:val>
                                        </p:tav>
                                      </p:tavLst>
                                    </p:anim>
                                    <p:anim calcmode="lin" valueType="num">
                                      <p:cBhvr additive="base">
                                        <p:cTn id="74" dur="500" fill="hold"/>
                                        <p:tgtEl>
                                          <p:spTgt spid="45"/>
                                        </p:tgtEl>
                                        <p:attrNameLst>
                                          <p:attrName>ppt_y</p:attrName>
                                        </p:attrNameLst>
                                      </p:cBhvr>
                                      <p:tavLst>
                                        <p:tav tm="0">
                                          <p:val>
                                            <p:strVal val="1+#ppt_h/2"/>
                                          </p:val>
                                        </p:tav>
                                        <p:tav tm="100000">
                                          <p:val>
                                            <p:strVal val="#ppt_y"/>
                                          </p:val>
                                        </p:tav>
                                      </p:tavLst>
                                    </p:anim>
                                  </p:childTnLst>
                                </p:cTn>
                              </p:par>
                            </p:childTnLst>
                          </p:cTn>
                        </p:par>
                        <p:par>
                          <p:cTn id="75" fill="hold">
                            <p:stCondLst>
                              <p:cond delay="500"/>
                            </p:stCondLst>
                            <p:childTnLst>
                              <p:par>
                                <p:cTn id="76" presetID="6" presetClass="entr" presetSubtype="16" fill="hold" grpId="0" nodeType="afterEffect">
                                  <p:stCondLst>
                                    <p:cond delay="0"/>
                                  </p:stCondLst>
                                  <p:childTnLst>
                                    <p:set>
                                      <p:cBhvr>
                                        <p:cTn id="77" dur="1" fill="hold">
                                          <p:stCondLst>
                                            <p:cond delay="0"/>
                                          </p:stCondLst>
                                        </p:cTn>
                                        <p:tgtEl>
                                          <p:spTgt spid="37"/>
                                        </p:tgtEl>
                                        <p:attrNameLst>
                                          <p:attrName>style.visibility</p:attrName>
                                        </p:attrNameLst>
                                      </p:cBhvr>
                                      <p:to>
                                        <p:strVal val="visible"/>
                                      </p:to>
                                    </p:set>
                                    <p:animEffect transition="in" filter="circle(in)">
                                      <p:cBhvr>
                                        <p:cTn id="78" dur="500"/>
                                        <p:tgtEl>
                                          <p:spTgt spid="37"/>
                                        </p:tgtEl>
                                      </p:cBhvr>
                                    </p:animEffect>
                                  </p:childTnLst>
                                </p:cTn>
                              </p:par>
                            </p:childTnLst>
                          </p:cTn>
                        </p:par>
                      </p:childTnLst>
                    </p:cTn>
                  </p:par>
                  <p:par>
                    <p:cTn id="79" fill="hold">
                      <p:stCondLst>
                        <p:cond delay="indefinite"/>
                      </p:stCondLst>
                      <p:childTnLst>
                        <p:par>
                          <p:cTn id="80" fill="hold">
                            <p:stCondLst>
                              <p:cond delay="0"/>
                            </p:stCondLst>
                            <p:childTnLst>
                              <p:par>
                                <p:cTn id="81" presetID="42" presetClass="entr" presetSubtype="0" fill="hold" grpId="0" nodeType="clickEffect">
                                  <p:stCondLst>
                                    <p:cond delay="0"/>
                                  </p:stCondLst>
                                  <p:childTnLst>
                                    <p:set>
                                      <p:cBhvr>
                                        <p:cTn id="82" dur="1" fill="hold">
                                          <p:stCondLst>
                                            <p:cond delay="0"/>
                                          </p:stCondLst>
                                        </p:cTn>
                                        <p:tgtEl>
                                          <p:spTgt spid="43"/>
                                        </p:tgtEl>
                                        <p:attrNameLst>
                                          <p:attrName>style.visibility</p:attrName>
                                        </p:attrNameLst>
                                      </p:cBhvr>
                                      <p:to>
                                        <p:strVal val="visible"/>
                                      </p:to>
                                    </p:set>
                                    <p:animEffect transition="in" filter="fade">
                                      <p:cBhvr>
                                        <p:cTn id="83" dur="500"/>
                                        <p:tgtEl>
                                          <p:spTgt spid="43"/>
                                        </p:tgtEl>
                                      </p:cBhvr>
                                    </p:animEffect>
                                    <p:anim calcmode="lin" valueType="num">
                                      <p:cBhvr>
                                        <p:cTn id="84" dur="500" fill="hold"/>
                                        <p:tgtEl>
                                          <p:spTgt spid="43"/>
                                        </p:tgtEl>
                                        <p:attrNameLst>
                                          <p:attrName>ppt_x</p:attrName>
                                        </p:attrNameLst>
                                      </p:cBhvr>
                                      <p:tavLst>
                                        <p:tav tm="0">
                                          <p:val>
                                            <p:strVal val="#ppt_x"/>
                                          </p:val>
                                        </p:tav>
                                        <p:tav tm="100000">
                                          <p:val>
                                            <p:strVal val="#ppt_x"/>
                                          </p:val>
                                        </p:tav>
                                      </p:tavLst>
                                    </p:anim>
                                    <p:anim calcmode="lin" valueType="num">
                                      <p:cBhvr>
                                        <p:cTn id="85" dur="500" fill="hold"/>
                                        <p:tgtEl>
                                          <p:spTgt spid="43"/>
                                        </p:tgtEl>
                                        <p:attrNameLst>
                                          <p:attrName>ppt_y</p:attrName>
                                        </p:attrNameLst>
                                      </p:cBhvr>
                                      <p:tavLst>
                                        <p:tav tm="0">
                                          <p:val>
                                            <p:strVal val="#ppt_y+.1"/>
                                          </p:val>
                                        </p:tav>
                                        <p:tav tm="100000">
                                          <p:val>
                                            <p:strVal val="#ppt_y"/>
                                          </p:val>
                                        </p:tav>
                                      </p:tavLst>
                                    </p:anim>
                                  </p:childTnLst>
                                </p:cTn>
                              </p:par>
                            </p:childTnLst>
                          </p:cTn>
                        </p:par>
                        <p:par>
                          <p:cTn id="86" fill="hold">
                            <p:stCondLst>
                              <p:cond delay="500"/>
                            </p:stCondLst>
                            <p:childTnLst>
                              <p:par>
                                <p:cTn id="87" presetID="6" presetClass="entr" presetSubtype="16" fill="hold" grpId="0" nodeType="afterEffect">
                                  <p:stCondLst>
                                    <p:cond delay="0"/>
                                  </p:stCondLst>
                                  <p:childTnLst>
                                    <p:set>
                                      <p:cBhvr>
                                        <p:cTn id="88" dur="1" fill="hold">
                                          <p:stCondLst>
                                            <p:cond delay="0"/>
                                          </p:stCondLst>
                                        </p:cTn>
                                        <p:tgtEl>
                                          <p:spTgt spid="14"/>
                                        </p:tgtEl>
                                        <p:attrNameLst>
                                          <p:attrName>style.visibility</p:attrName>
                                        </p:attrNameLst>
                                      </p:cBhvr>
                                      <p:to>
                                        <p:strVal val="visible"/>
                                      </p:to>
                                    </p:set>
                                    <p:animEffect transition="in" filter="circle(in)">
                                      <p:cBhvr>
                                        <p:cTn id="89" dur="500"/>
                                        <p:tgtEl>
                                          <p:spTgt spid="14"/>
                                        </p:tgtEl>
                                      </p:cBhvr>
                                    </p:animEffect>
                                  </p:childTnLst>
                                </p:cTn>
                              </p:par>
                            </p:childTnLst>
                          </p:cTn>
                        </p:par>
                      </p:childTnLst>
                    </p:cTn>
                  </p:par>
                  <p:par>
                    <p:cTn id="90" fill="hold">
                      <p:stCondLst>
                        <p:cond delay="indefinite"/>
                      </p:stCondLst>
                      <p:childTnLst>
                        <p:par>
                          <p:cTn id="91" fill="hold">
                            <p:stCondLst>
                              <p:cond delay="0"/>
                            </p:stCondLst>
                            <p:childTnLst>
                              <p:par>
                                <p:cTn id="92" presetID="42" presetClass="entr" presetSubtype="0" fill="hold" grpId="0" nodeType="clickEffect">
                                  <p:stCondLst>
                                    <p:cond delay="0"/>
                                  </p:stCondLst>
                                  <p:childTnLst>
                                    <p:set>
                                      <p:cBhvr>
                                        <p:cTn id="93" dur="1" fill="hold">
                                          <p:stCondLst>
                                            <p:cond delay="0"/>
                                          </p:stCondLst>
                                        </p:cTn>
                                        <p:tgtEl>
                                          <p:spTgt spid="41"/>
                                        </p:tgtEl>
                                        <p:attrNameLst>
                                          <p:attrName>style.visibility</p:attrName>
                                        </p:attrNameLst>
                                      </p:cBhvr>
                                      <p:to>
                                        <p:strVal val="visible"/>
                                      </p:to>
                                    </p:set>
                                    <p:animEffect transition="in" filter="fade">
                                      <p:cBhvr>
                                        <p:cTn id="94" dur="500"/>
                                        <p:tgtEl>
                                          <p:spTgt spid="41"/>
                                        </p:tgtEl>
                                      </p:cBhvr>
                                    </p:animEffect>
                                    <p:anim calcmode="lin" valueType="num">
                                      <p:cBhvr>
                                        <p:cTn id="95" dur="500" fill="hold"/>
                                        <p:tgtEl>
                                          <p:spTgt spid="41"/>
                                        </p:tgtEl>
                                        <p:attrNameLst>
                                          <p:attrName>ppt_x</p:attrName>
                                        </p:attrNameLst>
                                      </p:cBhvr>
                                      <p:tavLst>
                                        <p:tav tm="0">
                                          <p:val>
                                            <p:strVal val="#ppt_x"/>
                                          </p:val>
                                        </p:tav>
                                        <p:tav tm="100000">
                                          <p:val>
                                            <p:strVal val="#ppt_x"/>
                                          </p:val>
                                        </p:tav>
                                      </p:tavLst>
                                    </p:anim>
                                    <p:anim calcmode="lin" valueType="num">
                                      <p:cBhvr>
                                        <p:cTn id="96" dur="500" fill="hold"/>
                                        <p:tgtEl>
                                          <p:spTgt spid="41"/>
                                        </p:tgtEl>
                                        <p:attrNameLst>
                                          <p:attrName>ppt_y</p:attrName>
                                        </p:attrNameLst>
                                      </p:cBhvr>
                                      <p:tavLst>
                                        <p:tav tm="0">
                                          <p:val>
                                            <p:strVal val="#ppt_y+.1"/>
                                          </p:val>
                                        </p:tav>
                                        <p:tav tm="100000">
                                          <p:val>
                                            <p:strVal val="#ppt_y"/>
                                          </p:val>
                                        </p:tav>
                                      </p:tavLst>
                                    </p:anim>
                                  </p:childTnLst>
                                </p:cTn>
                              </p:par>
                            </p:childTnLst>
                          </p:cTn>
                        </p:par>
                        <p:par>
                          <p:cTn id="97" fill="hold">
                            <p:stCondLst>
                              <p:cond delay="500"/>
                            </p:stCondLst>
                            <p:childTnLst>
                              <p:par>
                                <p:cTn id="98" presetID="6" presetClass="entr" presetSubtype="16" fill="hold" grpId="0" nodeType="afterEffect">
                                  <p:stCondLst>
                                    <p:cond delay="0"/>
                                  </p:stCondLst>
                                  <p:childTnLst>
                                    <p:set>
                                      <p:cBhvr>
                                        <p:cTn id="99" dur="1" fill="hold">
                                          <p:stCondLst>
                                            <p:cond delay="0"/>
                                          </p:stCondLst>
                                        </p:cTn>
                                        <p:tgtEl>
                                          <p:spTgt spid="39"/>
                                        </p:tgtEl>
                                        <p:attrNameLst>
                                          <p:attrName>style.visibility</p:attrName>
                                        </p:attrNameLst>
                                      </p:cBhvr>
                                      <p:to>
                                        <p:strVal val="visible"/>
                                      </p:to>
                                    </p:set>
                                    <p:animEffect transition="in" filter="circle(in)">
                                      <p:cBhvr>
                                        <p:cTn id="100" dur="500"/>
                                        <p:tgtEl>
                                          <p:spTgt spid="39"/>
                                        </p:tgtEl>
                                      </p:cBhvr>
                                    </p:animEffect>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20"/>
                                        </p:tgtEl>
                                        <p:attrNameLst>
                                          <p:attrName>style.visibility</p:attrName>
                                        </p:attrNameLst>
                                      </p:cBhvr>
                                      <p:to>
                                        <p:strVal val="visible"/>
                                      </p:to>
                                    </p:set>
                                    <p:animEffect transition="in" filter="fade">
                                      <p:cBhvr>
                                        <p:cTn id="105" dur="500"/>
                                        <p:tgtEl>
                                          <p:spTgt spid="20"/>
                                        </p:tgtEl>
                                      </p:cBhvr>
                                    </p:animEffect>
                                    <p:anim calcmode="lin" valueType="num">
                                      <p:cBhvr>
                                        <p:cTn id="106" dur="500" fill="hold"/>
                                        <p:tgtEl>
                                          <p:spTgt spid="20"/>
                                        </p:tgtEl>
                                        <p:attrNameLst>
                                          <p:attrName>ppt_x</p:attrName>
                                        </p:attrNameLst>
                                      </p:cBhvr>
                                      <p:tavLst>
                                        <p:tav tm="0">
                                          <p:val>
                                            <p:strVal val="#ppt_x"/>
                                          </p:val>
                                        </p:tav>
                                        <p:tav tm="100000">
                                          <p:val>
                                            <p:strVal val="#ppt_x"/>
                                          </p:val>
                                        </p:tav>
                                      </p:tavLst>
                                    </p:anim>
                                    <p:anim calcmode="lin" valueType="num">
                                      <p:cBhvr>
                                        <p:cTn id="107" dur="500" fill="hold"/>
                                        <p:tgtEl>
                                          <p:spTgt spid="20"/>
                                        </p:tgtEl>
                                        <p:attrNameLst>
                                          <p:attrName>ppt_y</p:attrName>
                                        </p:attrNameLst>
                                      </p:cBhvr>
                                      <p:tavLst>
                                        <p:tav tm="0">
                                          <p:val>
                                            <p:strVal val="#ppt_y+.1"/>
                                          </p:val>
                                        </p:tav>
                                        <p:tav tm="100000">
                                          <p:val>
                                            <p:strVal val="#ppt_y"/>
                                          </p:val>
                                        </p:tav>
                                      </p:tavLst>
                                    </p:anim>
                                  </p:childTnLst>
                                </p:cTn>
                              </p:par>
                            </p:childTnLst>
                          </p:cTn>
                        </p:par>
                        <p:par>
                          <p:cTn id="108" fill="hold">
                            <p:stCondLst>
                              <p:cond delay="500"/>
                            </p:stCondLst>
                            <p:childTnLst>
                              <p:par>
                                <p:cTn id="109" presetID="6" presetClass="entr" presetSubtype="16" fill="hold" grpId="0" nodeType="afterEffect">
                                  <p:stCondLst>
                                    <p:cond delay="0"/>
                                  </p:stCondLst>
                                  <p:childTnLst>
                                    <p:set>
                                      <p:cBhvr>
                                        <p:cTn id="110" dur="1" fill="hold">
                                          <p:stCondLst>
                                            <p:cond delay="0"/>
                                          </p:stCondLst>
                                        </p:cTn>
                                        <p:tgtEl>
                                          <p:spTgt spid="63"/>
                                        </p:tgtEl>
                                        <p:attrNameLst>
                                          <p:attrName>style.visibility</p:attrName>
                                        </p:attrNameLst>
                                      </p:cBhvr>
                                      <p:to>
                                        <p:strVal val="visible"/>
                                      </p:to>
                                    </p:set>
                                    <p:animEffect transition="in" filter="circle(in)">
                                      <p:cBhvr>
                                        <p:cTn id="111" dur="500"/>
                                        <p:tgtEl>
                                          <p:spTgt spid="63"/>
                                        </p:tgtEl>
                                      </p:cBhvr>
                                    </p:animEffect>
                                  </p:childTnLst>
                                </p:cTn>
                              </p:par>
                            </p:childTnLst>
                          </p:cTn>
                        </p:par>
                      </p:childTnLst>
                    </p:cTn>
                  </p:par>
                  <p:par>
                    <p:cTn id="112" fill="hold">
                      <p:stCondLst>
                        <p:cond delay="indefinite"/>
                      </p:stCondLst>
                      <p:childTnLst>
                        <p:par>
                          <p:cTn id="113" fill="hold">
                            <p:stCondLst>
                              <p:cond delay="0"/>
                            </p:stCondLst>
                            <p:childTnLst>
                              <p:par>
                                <p:cTn id="114" presetID="42" presetClass="entr" presetSubtype="0" fill="hold" grpId="0" nodeType="clickEffect">
                                  <p:stCondLst>
                                    <p:cond delay="0"/>
                                  </p:stCondLst>
                                  <p:childTnLst>
                                    <p:set>
                                      <p:cBhvr>
                                        <p:cTn id="115" dur="1" fill="hold">
                                          <p:stCondLst>
                                            <p:cond delay="0"/>
                                          </p:stCondLst>
                                        </p:cTn>
                                        <p:tgtEl>
                                          <p:spTgt spid="10"/>
                                        </p:tgtEl>
                                        <p:attrNameLst>
                                          <p:attrName>style.visibility</p:attrName>
                                        </p:attrNameLst>
                                      </p:cBhvr>
                                      <p:to>
                                        <p:strVal val="visible"/>
                                      </p:to>
                                    </p:set>
                                    <p:animEffect transition="in" filter="fade">
                                      <p:cBhvr>
                                        <p:cTn id="116" dur="500"/>
                                        <p:tgtEl>
                                          <p:spTgt spid="10"/>
                                        </p:tgtEl>
                                      </p:cBhvr>
                                    </p:animEffect>
                                    <p:anim calcmode="lin" valueType="num">
                                      <p:cBhvr>
                                        <p:cTn id="117" dur="500" fill="hold"/>
                                        <p:tgtEl>
                                          <p:spTgt spid="10"/>
                                        </p:tgtEl>
                                        <p:attrNameLst>
                                          <p:attrName>ppt_x</p:attrName>
                                        </p:attrNameLst>
                                      </p:cBhvr>
                                      <p:tavLst>
                                        <p:tav tm="0">
                                          <p:val>
                                            <p:strVal val="#ppt_x"/>
                                          </p:val>
                                        </p:tav>
                                        <p:tav tm="100000">
                                          <p:val>
                                            <p:strVal val="#ppt_x"/>
                                          </p:val>
                                        </p:tav>
                                      </p:tavLst>
                                    </p:anim>
                                    <p:anim calcmode="lin" valueType="num">
                                      <p:cBhvr>
                                        <p:cTn id="118" dur="500" fill="hold"/>
                                        <p:tgtEl>
                                          <p:spTgt spid="10"/>
                                        </p:tgtEl>
                                        <p:attrNameLst>
                                          <p:attrName>ppt_y</p:attrName>
                                        </p:attrNameLst>
                                      </p:cBhvr>
                                      <p:tavLst>
                                        <p:tav tm="0">
                                          <p:val>
                                            <p:strVal val="#ppt_y+.1"/>
                                          </p:val>
                                        </p:tav>
                                        <p:tav tm="100000">
                                          <p:val>
                                            <p:strVal val="#ppt_y"/>
                                          </p:val>
                                        </p:tav>
                                      </p:tavLst>
                                    </p:anim>
                                  </p:childTnLst>
                                </p:cTn>
                              </p:par>
                            </p:childTnLst>
                          </p:cTn>
                        </p:par>
                        <p:par>
                          <p:cTn id="119" fill="hold">
                            <p:stCondLst>
                              <p:cond delay="500"/>
                            </p:stCondLst>
                            <p:childTnLst>
                              <p:par>
                                <p:cTn id="120" presetID="6" presetClass="entr" presetSubtype="16" fill="hold" grpId="0" nodeType="afterEffect">
                                  <p:stCondLst>
                                    <p:cond delay="0"/>
                                  </p:stCondLst>
                                  <p:childTnLst>
                                    <p:set>
                                      <p:cBhvr>
                                        <p:cTn id="121" dur="1" fill="hold">
                                          <p:stCondLst>
                                            <p:cond delay="0"/>
                                          </p:stCondLst>
                                        </p:cTn>
                                        <p:tgtEl>
                                          <p:spTgt spid="64"/>
                                        </p:tgtEl>
                                        <p:attrNameLst>
                                          <p:attrName>style.visibility</p:attrName>
                                        </p:attrNameLst>
                                      </p:cBhvr>
                                      <p:to>
                                        <p:strVal val="visible"/>
                                      </p:to>
                                    </p:set>
                                    <p:animEffect transition="in" filter="circle(in)">
                                      <p:cBhvr>
                                        <p:cTn id="122"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5" grpId="0"/>
      <p:bldP spid="20" grpId="0" animBg="1"/>
      <p:bldP spid="31" grpId="0"/>
      <p:bldP spid="32" grpId="0"/>
      <p:bldP spid="33" grpId="0"/>
      <p:bldP spid="35" grpId="0"/>
      <p:bldP spid="37" grpId="0"/>
      <p:bldP spid="39" grpId="0"/>
      <p:bldP spid="41" grpId="0" animBg="1"/>
      <p:bldP spid="42" grpId="0" animBg="1"/>
      <p:bldP spid="43" grpId="0" animBg="1"/>
      <p:bldP spid="44" grpId="0" animBg="1"/>
      <p:bldP spid="45" grpId="0" animBg="1"/>
      <p:bldP spid="46" grpId="0" animBg="1"/>
      <p:bldP spid="51" grpId="0" animBg="1"/>
      <p:bldP spid="63" grpId="0"/>
      <p:bldP spid="64" grpId="0"/>
      <p:bldP spid="5" grpId="0"/>
      <p:bldP spid="6" grpId="0" animBg="1"/>
      <p:bldP spid="10" grpId="0" animBg="1"/>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e 5">
            <a:extLst>
              <a:ext uri="{FF2B5EF4-FFF2-40B4-BE49-F238E27FC236}">
                <a16:creationId xmlns:a16="http://schemas.microsoft.com/office/drawing/2014/main" id="{02764C7A-BA4F-67F0-23B4-9C6E866AB884}"/>
              </a:ext>
            </a:extLst>
          </p:cNvPr>
          <p:cNvGrpSpPr/>
          <p:nvPr/>
        </p:nvGrpSpPr>
        <p:grpSpPr>
          <a:xfrm>
            <a:off x="4161060" y="189468"/>
            <a:ext cx="3580267" cy="492443"/>
            <a:chOff x="4161060" y="189468"/>
            <a:chExt cx="3580267" cy="492443"/>
          </a:xfrm>
        </p:grpSpPr>
        <p:sp>
          <p:nvSpPr>
            <p:cNvPr id="4" name="ZoneTexte 3">
              <a:extLst>
                <a:ext uri="{FF2B5EF4-FFF2-40B4-BE49-F238E27FC236}">
                  <a16:creationId xmlns:a16="http://schemas.microsoft.com/office/drawing/2014/main" id="{8738BBC6-80AD-0A1E-1ADE-579287716326}"/>
                </a:ext>
              </a:extLst>
            </p:cNvPr>
            <p:cNvSpPr txBox="1"/>
            <p:nvPr/>
          </p:nvSpPr>
          <p:spPr>
            <a:xfrm>
              <a:off x="4161060" y="189468"/>
              <a:ext cx="3580267" cy="400110"/>
            </a:xfrm>
            <a:prstGeom prst="rect">
              <a:avLst/>
            </a:prstGeom>
            <a:noFill/>
          </p:spPr>
          <p:txBody>
            <a:bodyPr wrap="square" rtlCol="0" anchor="ctr">
              <a:spAutoFit/>
            </a:bodyPr>
            <a:lstStyle/>
            <a:p>
              <a:r>
                <a:rPr lang="en-US" sz="2000" b="1" i="1" dirty="0">
                  <a:solidFill>
                    <a:srgbClr val="002060"/>
                  </a:solidFill>
                  <a:latin typeface="Times New Roman" panose="02020603050405020304" pitchFamily="18" charset="0"/>
                  <a:cs typeface="Times New Roman" panose="02020603050405020304" pitchFamily="18" charset="0"/>
                </a:rPr>
                <a:t>INTRODUCTION</a:t>
              </a:r>
              <a:r>
                <a:rPr lang="en-US" dirty="0"/>
                <a:t> </a:t>
              </a:r>
              <a:endParaRPr lang="fr-FR" dirty="0"/>
            </a:p>
          </p:txBody>
        </p:sp>
        <p:cxnSp>
          <p:nvCxnSpPr>
            <p:cNvPr id="5" name="Connecteur droit 4">
              <a:extLst>
                <a:ext uri="{FF2B5EF4-FFF2-40B4-BE49-F238E27FC236}">
                  <a16:creationId xmlns:a16="http://schemas.microsoft.com/office/drawing/2014/main" id="{A6262503-BE2E-65C8-F00D-A5E4573A4578}"/>
                </a:ext>
              </a:extLst>
            </p:cNvPr>
            <p:cNvCxnSpPr>
              <a:cxnSpLocks/>
            </p:cNvCxnSpPr>
            <p:nvPr/>
          </p:nvCxnSpPr>
          <p:spPr>
            <a:xfrm>
              <a:off x="4161060" y="681911"/>
              <a:ext cx="2124330" cy="0"/>
            </a:xfrm>
            <a:prstGeom prst="line">
              <a:avLst/>
            </a:prstGeom>
          </p:spPr>
          <p:style>
            <a:lnRef idx="1">
              <a:schemeClr val="dk1"/>
            </a:lnRef>
            <a:fillRef idx="0">
              <a:schemeClr val="dk1"/>
            </a:fillRef>
            <a:effectRef idx="0">
              <a:schemeClr val="dk1"/>
            </a:effectRef>
            <a:fontRef idx="minor">
              <a:schemeClr val="tx1"/>
            </a:fontRef>
          </p:style>
        </p:cxnSp>
      </p:grpSp>
      <p:sp>
        <p:nvSpPr>
          <p:cNvPr id="8" name="ZoneTexte 7">
            <a:extLst>
              <a:ext uri="{FF2B5EF4-FFF2-40B4-BE49-F238E27FC236}">
                <a16:creationId xmlns:a16="http://schemas.microsoft.com/office/drawing/2014/main" id="{6C9BBB96-ED30-4D8A-5396-5F820C4D5ADF}"/>
              </a:ext>
            </a:extLst>
          </p:cNvPr>
          <p:cNvSpPr txBox="1"/>
          <p:nvPr/>
        </p:nvSpPr>
        <p:spPr>
          <a:xfrm>
            <a:off x="380634" y="1777733"/>
            <a:ext cx="10466772" cy="3956852"/>
          </a:xfrm>
          <a:prstGeom prst="rect">
            <a:avLst/>
          </a:prstGeom>
          <a:noFill/>
        </p:spPr>
        <p:txBody>
          <a:bodyPr wrap="square" rtlCol="0">
            <a:spAutoFit/>
          </a:bodyPr>
          <a:lstStyle/>
          <a:p>
            <a:pPr algn="ctr">
              <a:lnSpc>
                <a:spcPct val="200000"/>
              </a:lnSpc>
            </a:pPr>
            <a:r>
              <a:rPr lang="fr-FR" sz="1600" b="0" i="0" dirty="0">
                <a:effectLst/>
                <a:latin typeface="Times New Roman" panose="02020603050405020304" pitchFamily="18" charset="0"/>
                <a:cs typeface="Times New Roman" panose="02020603050405020304" pitchFamily="18" charset="0"/>
              </a:rPr>
              <a:t>Nous sommes heureux de vous présenter notre projet de fin de formation, réalisé en équipe avec passion et dévouement. Ce projet marque la culmination de notre parcours de formation et nous permet de mettre en pratique nos compétences en développement web. Notre objectif principal était de créer un site e-commerce complet et fonctionnel, offrant une expérience d'achat en ligne optimale. Grâce à notre collaboration et à l'utilisation de technologies modernes, nous avons conçu un site e-commerce dynamique et réactif. Ce dernier comprend un catalogue de produits diversifié, un système de panier d'achat intuitif, une gestion des commandes efficace. Notre objectif était de répondre aux besoins des utilisateurs et de fournir une plateforme où les utilisateur</a:t>
            </a:r>
            <a:r>
              <a:rPr lang="fr-FR" sz="1600" dirty="0">
                <a:latin typeface="Times New Roman" panose="02020603050405020304" pitchFamily="18" charset="0"/>
                <a:cs typeface="Times New Roman" panose="02020603050405020304" pitchFamily="18" charset="0"/>
              </a:rPr>
              <a:t>s peuvent acheter leurs </a:t>
            </a:r>
            <a:r>
              <a:rPr lang="fr-FR" sz="1600" b="0" i="0" dirty="0">
                <a:effectLst/>
                <a:latin typeface="Times New Roman" panose="02020603050405020304" pitchFamily="18" charset="0"/>
                <a:cs typeface="Times New Roman" panose="02020603050405020304" pitchFamily="18" charset="0"/>
              </a:rPr>
              <a:t>produits avec succès. Nous sommes fiers du travail accompli et nous espérons que notre projet sera à la hauteur de vos attentes.</a:t>
            </a:r>
            <a:endParaRPr lang="fr-FR"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02861772"/>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ircle(in)">
                                      <p:cBhvr>
                                        <p:cTn id="7" dur="75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1000" fill="hold"/>
                                        <p:tgtEl>
                                          <p:spTgt spid="8"/>
                                        </p:tgtEl>
                                        <p:attrNameLst>
                                          <p:attrName>ppt_w</p:attrName>
                                        </p:attrNameLst>
                                      </p:cBhvr>
                                      <p:tavLst>
                                        <p:tav tm="0">
                                          <p:val>
                                            <p:fltVal val="0"/>
                                          </p:val>
                                        </p:tav>
                                        <p:tav tm="100000">
                                          <p:val>
                                            <p:strVal val="#ppt_w"/>
                                          </p:val>
                                        </p:tav>
                                      </p:tavLst>
                                    </p:anim>
                                    <p:anim calcmode="lin" valueType="num">
                                      <p:cBhvr>
                                        <p:cTn id="13" dur="1000" fill="hold"/>
                                        <p:tgtEl>
                                          <p:spTgt spid="8"/>
                                        </p:tgtEl>
                                        <p:attrNameLst>
                                          <p:attrName>ppt_h</p:attrName>
                                        </p:attrNameLst>
                                      </p:cBhvr>
                                      <p:tavLst>
                                        <p:tav tm="0">
                                          <p:val>
                                            <p:fltVal val="0"/>
                                          </p:val>
                                        </p:tav>
                                        <p:tav tm="100000">
                                          <p:val>
                                            <p:strVal val="#ppt_h"/>
                                          </p:val>
                                        </p:tav>
                                      </p:tavLst>
                                    </p:anim>
                                    <p:animEffect transition="in" filter="fade">
                                      <p:cBhvr>
                                        <p:cTn id="14"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e 1">
            <a:extLst>
              <a:ext uri="{FF2B5EF4-FFF2-40B4-BE49-F238E27FC236}">
                <a16:creationId xmlns:a16="http://schemas.microsoft.com/office/drawing/2014/main" id="{974F2593-2B39-7F96-8605-0474B3C412BB}"/>
              </a:ext>
            </a:extLst>
          </p:cNvPr>
          <p:cNvGrpSpPr/>
          <p:nvPr/>
        </p:nvGrpSpPr>
        <p:grpSpPr>
          <a:xfrm>
            <a:off x="3478005" y="123299"/>
            <a:ext cx="7377344" cy="491498"/>
            <a:chOff x="5095196" y="289543"/>
            <a:chExt cx="3560531" cy="245635"/>
          </a:xfrm>
        </p:grpSpPr>
        <p:sp>
          <p:nvSpPr>
            <p:cNvPr id="3" name="ZoneTexte 2">
              <a:extLst>
                <a:ext uri="{FF2B5EF4-FFF2-40B4-BE49-F238E27FC236}">
                  <a16:creationId xmlns:a16="http://schemas.microsoft.com/office/drawing/2014/main" id="{E392A31C-3707-F38B-545C-AD2D4966A5E8}"/>
                </a:ext>
              </a:extLst>
            </p:cNvPr>
            <p:cNvSpPr txBox="1"/>
            <p:nvPr/>
          </p:nvSpPr>
          <p:spPr>
            <a:xfrm>
              <a:off x="5095196" y="289543"/>
              <a:ext cx="3560531" cy="199962"/>
            </a:xfrm>
            <a:prstGeom prst="rect">
              <a:avLst/>
            </a:prstGeom>
            <a:noFill/>
          </p:spPr>
          <p:txBody>
            <a:bodyPr wrap="square" rtlCol="0" anchor="ctr">
              <a:spAutoFit/>
            </a:bodyPr>
            <a:lstStyle/>
            <a:p>
              <a:r>
                <a:rPr lang="en-US" sz="2000" b="1" i="1" dirty="0">
                  <a:solidFill>
                    <a:srgbClr val="002060"/>
                  </a:solidFill>
                  <a:latin typeface="Times New Roman" panose="02020603050405020304" pitchFamily="18" charset="0"/>
                  <a:cs typeface="Times New Roman" panose="02020603050405020304" pitchFamily="18" charset="0"/>
                </a:rPr>
                <a:t>L’OBJECTIF DE PROJET </a:t>
              </a:r>
              <a:r>
                <a:rPr lang="en-US" sz="2000" dirty="0">
                  <a:solidFill>
                    <a:srgbClr val="002060"/>
                  </a:solidFill>
                </a:rPr>
                <a:t> </a:t>
              </a:r>
              <a:endParaRPr lang="fr-FR" sz="2000" dirty="0">
                <a:solidFill>
                  <a:srgbClr val="002060"/>
                </a:solidFill>
              </a:endParaRPr>
            </a:p>
          </p:txBody>
        </p:sp>
        <p:cxnSp>
          <p:nvCxnSpPr>
            <p:cNvPr id="4" name="Connecteur droit 3">
              <a:extLst>
                <a:ext uri="{FF2B5EF4-FFF2-40B4-BE49-F238E27FC236}">
                  <a16:creationId xmlns:a16="http://schemas.microsoft.com/office/drawing/2014/main" id="{7BFBF882-1CD1-6CBD-03C1-556BF510904C}"/>
                </a:ext>
              </a:extLst>
            </p:cNvPr>
            <p:cNvCxnSpPr>
              <a:cxnSpLocks/>
            </p:cNvCxnSpPr>
            <p:nvPr/>
          </p:nvCxnSpPr>
          <p:spPr>
            <a:xfrm>
              <a:off x="5095196" y="535178"/>
              <a:ext cx="1448206" cy="0"/>
            </a:xfrm>
            <a:prstGeom prst="line">
              <a:avLst/>
            </a:prstGeom>
          </p:spPr>
          <p:style>
            <a:lnRef idx="1">
              <a:schemeClr val="dk1"/>
            </a:lnRef>
            <a:fillRef idx="0">
              <a:schemeClr val="dk1"/>
            </a:fillRef>
            <a:effectRef idx="0">
              <a:schemeClr val="dk1"/>
            </a:effectRef>
            <a:fontRef idx="minor">
              <a:schemeClr val="tx1"/>
            </a:fontRef>
          </p:style>
        </p:cxnSp>
      </p:grpSp>
      <p:sp>
        <p:nvSpPr>
          <p:cNvPr id="6" name="ZoneTexte 5">
            <a:extLst>
              <a:ext uri="{FF2B5EF4-FFF2-40B4-BE49-F238E27FC236}">
                <a16:creationId xmlns:a16="http://schemas.microsoft.com/office/drawing/2014/main" id="{8D6E26B1-D4AF-FD82-F519-E0FE136E21A2}"/>
              </a:ext>
            </a:extLst>
          </p:cNvPr>
          <p:cNvSpPr txBox="1"/>
          <p:nvPr/>
        </p:nvSpPr>
        <p:spPr>
          <a:xfrm>
            <a:off x="843378" y="2325950"/>
            <a:ext cx="8851037" cy="3529171"/>
          </a:xfrm>
          <a:prstGeom prst="rect">
            <a:avLst/>
          </a:prstGeom>
          <a:noFill/>
        </p:spPr>
        <p:txBody>
          <a:bodyPr wrap="square" rtlCol="0">
            <a:spAutoFit/>
          </a:bodyPr>
          <a:lstStyle/>
          <a:p>
            <a:pPr algn="just">
              <a:lnSpc>
                <a:spcPct val="150000"/>
              </a:lnSpc>
              <a:spcAft>
                <a:spcPts val="800"/>
              </a:spcAft>
            </a:pPr>
            <a:r>
              <a:rPr lang="fr-FR" sz="1600" dirty="0">
                <a:effectLst/>
                <a:latin typeface="Times New Roman" panose="02020603050405020304" pitchFamily="18" charset="0"/>
                <a:ea typeface="Calibri" panose="020F0502020204030204" pitchFamily="34" charset="0"/>
                <a:cs typeface="Times New Roman" panose="02020603050405020304" pitchFamily="18" charset="0"/>
              </a:rPr>
              <a:t>L'objectif principal de projet est la vente en ligne de matériel informatique qui permettre aux clients d'acheter facilement et rapidement des matériels informatiques depuis chez eux, sans avoir à se déplacer dans un magasin physique. La plateforme en ligne peut offrir une gamme de modèles d'ordinateurs portables et matériel informatique pour répondre aux besoins des clients, ainsi que des options de personnalisation pour les aider à trouver l'ordinateur portable qui convient le mieux à leurs besoins.</a:t>
            </a:r>
          </a:p>
          <a:p>
            <a:pPr algn="just">
              <a:lnSpc>
                <a:spcPct val="150000"/>
              </a:lnSpc>
              <a:spcAft>
                <a:spcPts val="800"/>
              </a:spcAft>
            </a:pPr>
            <a:r>
              <a:rPr lang="fr-FR" sz="1600" dirty="0">
                <a:effectLst/>
                <a:latin typeface="Times New Roman" panose="02020603050405020304" pitchFamily="18" charset="0"/>
                <a:ea typeface="Calibri" panose="020F0502020204030204" pitchFamily="34" charset="0"/>
                <a:cs typeface="Times New Roman" panose="02020603050405020304" pitchFamily="18" charset="0"/>
              </a:rPr>
              <a:t>En fin de compte, l'objectif du projet est de fournir une expérience d'achat en ligne pratique et satisfaisante pour les clients, tout en générant des revenus pour l'entreprise ou l'individu qui gère la plateforme de vente en ligne.</a:t>
            </a:r>
          </a:p>
          <a:p>
            <a:endParaRPr lang="fr-FR" dirty="0"/>
          </a:p>
        </p:txBody>
      </p:sp>
    </p:spTree>
    <p:extLst>
      <p:ext uri="{BB962C8B-B14F-4D97-AF65-F5344CB8AC3E}">
        <p14:creationId xmlns:p14="http://schemas.microsoft.com/office/powerpoint/2010/main" val="3452082961"/>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75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1000" fill="hold"/>
                                        <p:tgtEl>
                                          <p:spTgt spid="6"/>
                                        </p:tgtEl>
                                        <p:attrNameLst>
                                          <p:attrName>ppt_w</p:attrName>
                                        </p:attrNameLst>
                                      </p:cBhvr>
                                      <p:tavLst>
                                        <p:tav tm="0">
                                          <p:val>
                                            <p:fltVal val="0"/>
                                          </p:val>
                                        </p:tav>
                                        <p:tav tm="100000">
                                          <p:val>
                                            <p:strVal val="#ppt_w"/>
                                          </p:val>
                                        </p:tav>
                                      </p:tavLst>
                                    </p:anim>
                                    <p:anim calcmode="lin" valueType="num">
                                      <p:cBhvr>
                                        <p:cTn id="13" dur="1000" fill="hold"/>
                                        <p:tgtEl>
                                          <p:spTgt spid="6"/>
                                        </p:tgtEl>
                                        <p:attrNameLst>
                                          <p:attrName>ppt_h</p:attrName>
                                        </p:attrNameLst>
                                      </p:cBhvr>
                                      <p:tavLst>
                                        <p:tav tm="0">
                                          <p:val>
                                            <p:fltVal val="0"/>
                                          </p:val>
                                        </p:tav>
                                        <p:tav tm="100000">
                                          <p:val>
                                            <p:strVal val="#ppt_h"/>
                                          </p:val>
                                        </p:tav>
                                      </p:tavLst>
                                    </p:anim>
                                    <p:animEffect transition="in" filter="fade">
                                      <p:cBhvr>
                                        <p:cTn id="14"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e 3">
            <a:extLst>
              <a:ext uri="{FF2B5EF4-FFF2-40B4-BE49-F238E27FC236}">
                <a16:creationId xmlns:a16="http://schemas.microsoft.com/office/drawing/2014/main" id="{95F8B330-34EA-3C3B-E77D-752271C5F904}"/>
              </a:ext>
            </a:extLst>
          </p:cNvPr>
          <p:cNvGrpSpPr/>
          <p:nvPr/>
        </p:nvGrpSpPr>
        <p:grpSpPr>
          <a:xfrm>
            <a:off x="3572020" y="162535"/>
            <a:ext cx="7377344" cy="527009"/>
            <a:chOff x="5095196" y="289543"/>
            <a:chExt cx="3560531" cy="263382"/>
          </a:xfrm>
        </p:grpSpPr>
        <p:sp>
          <p:nvSpPr>
            <p:cNvPr id="5" name="ZoneTexte 4">
              <a:extLst>
                <a:ext uri="{FF2B5EF4-FFF2-40B4-BE49-F238E27FC236}">
                  <a16:creationId xmlns:a16="http://schemas.microsoft.com/office/drawing/2014/main" id="{E5E8D0EF-69F5-DB11-77F4-702EAC118417}"/>
                </a:ext>
              </a:extLst>
            </p:cNvPr>
            <p:cNvSpPr txBox="1"/>
            <p:nvPr/>
          </p:nvSpPr>
          <p:spPr>
            <a:xfrm>
              <a:off x="5095196" y="289543"/>
              <a:ext cx="3560531" cy="199962"/>
            </a:xfrm>
            <a:prstGeom prst="rect">
              <a:avLst/>
            </a:prstGeom>
            <a:noFill/>
          </p:spPr>
          <p:txBody>
            <a:bodyPr wrap="square" rtlCol="0" anchor="ctr">
              <a:spAutoFit/>
            </a:bodyPr>
            <a:lstStyle/>
            <a:p>
              <a:r>
                <a:rPr lang="en-US" sz="2000" b="1" i="1" dirty="0">
                  <a:solidFill>
                    <a:srgbClr val="002060"/>
                  </a:solidFill>
                  <a:latin typeface="Times New Roman" panose="02020603050405020304" pitchFamily="18" charset="0"/>
                  <a:cs typeface="Times New Roman" panose="02020603050405020304" pitchFamily="18" charset="0"/>
                </a:rPr>
                <a:t>LES PROBLEMATIQUES</a:t>
              </a:r>
            </a:p>
          </p:txBody>
        </p:sp>
        <p:cxnSp>
          <p:nvCxnSpPr>
            <p:cNvPr id="6" name="Connecteur droit 5">
              <a:extLst>
                <a:ext uri="{FF2B5EF4-FFF2-40B4-BE49-F238E27FC236}">
                  <a16:creationId xmlns:a16="http://schemas.microsoft.com/office/drawing/2014/main" id="{AE2E39EA-F457-B3C9-BD9A-D7AF4221AD9C}"/>
                </a:ext>
              </a:extLst>
            </p:cNvPr>
            <p:cNvCxnSpPr>
              <a:cxnSpLocks/>
            </p:cNvCxnSpPr>
            <p:nvPr/>
          </p:nvCxnSpPr>
          <p:spPr>
            <a:xfrm>
              <a:off x="5095196" y="552925"/>
              <a:ext cx="1443921" cy="0"/>
            </a:xfrm>
            <a:prstGeom prst="line">
              <a:avLst/>
            </a:prstGeom>
          </p:spPr>
          <p:style>
            <a:lnRef idx="1">
              <a:schemeClr val="dk1"/>
            </a:lnRef>
            <a:fillRef idx="0">
              <a:schemeClr val="dk1"/>
            </a:fillRef>
            <a:effectRef idx="0">
              <a:schemeClr val="dk1"/>
            </a:effectRef>
            <a:fontRef idx="minor">
              <a:schemeClr val="tx1"/>
            </a:fontRef>
          </p:style>
        </p:cxnSp>
      </p:grpSp>
      <p:sp>
        <p:nvSpPr>
          <p:cNvPr id="7" name="ZoneTexte 6">
            <a:extLst>
              <a:ext uri="{FF2B5EF4-FFF2-40B4-BE49-F238E27FC236}">
                <a16:creationId xmlns:a16="http://schemas.microsoft.com/office/drawing/2014/main" id="{61E1E83C-74BC-140B-4251-82F03CCA689C}"/>
              </a:ext>
            </a:extLst>
          </p:cNvPr>
          <p:cNvSpPr txBox="1"/>
          <p:nvPr/>
        </p:nvSpPr>
        <p:spPr>
          <a:xfrm>
            <a:off x="701040" y="1722979"/>
            <a:ext cx="10058400" cy="4708981"/>
          </a:xfrm>
          <a:prstGeom prst="rect">
            <a:avLst/>
          </a:prstGeom>
          <a:noFill/>
        </p:spPr>
        <p:txBody>
          <a:bodyPr wrap="square" rtlCol="0">
            <a:spAutoFit/>
          </a:bodyPr>
          <a:lstStyle/>
          <a:p>
            <a:pPr marL="285750" indent="-285750" algn="l">
              <a:lnSpc>
                <a:spcPct val="150000"/>
              </a:lnSpc>
              <a:buClr>
                <a:srgbClr val="002060"/>
              </a:buClr>
              <a:buSzPct val="126000"/>
              <a:buBlip>
                <a:blip r:embed="rId2"/>
              </a:buBlip>
            </a:pPr>
            <a:r>
              <a:rPr lang="fr-FR" sz="1600" i="0" dirty="0">
                <a:effectLst/>
                <a:latin typeface="Times New Roman" panose="02020603050405020304" pitchFamily="18" charset="0"/>
                <a:cs typeface="Times New Roman" panose="02020603050405020304" pitchFamily="18" charset="0"/>
              </a:rPr>
              <a:t>Comment définir les besoins et les attentes des utilisateurs pour concevoir une plateforme e-commerce adaptée à leurs besoins ?</a:t>
            </a:r>
          </a:p>
          <a:p>
            <a:pPr marL="285750" indent="-285750" algn="l">
              <a:lnSpc>
                <a:spcPct val="150000"/>
              </a:lnSpc>
              <a:buClr>
                <a:srgbClr val="002060"/>
              </a:buClr>
              <a:buSzPct val="126000"/>
              <a:buBlip>
                <a:blip r:embed="rId2"/>
              </a:buBlip>
            </a:pPr>
            <a:r>
              <a:rPr lang="fr-FR" sz="1600" b="0" i="0" dirty="0">
                <a:effectLst/>
                <a:latin typeface="Times New Roman" panose="02020603050405020304" pitchFamily="18" charset="0"/>
                <a:cs typeface="Times New Roman" panose="02020603050405020304" pitchFamily="18" charset="0"/>
              </a:rPr>
              <a:t>Comment structurer et organiser l'architecture de l'information pour faciliter la navigation et la recherche des produits ?</a:t>
            </a:r>
          </a:p>
          <a:p>
            <a:pPr marL="285750" indent="-285750" algn="l">
              <a:lnSpc>
                <a:spcPct val="150000"/>
              </a:lnSpc>
              <a:buClr>
                <a:srgbClr val="002060"/>
              </a:buClr>
              <a:buSzPct val="126000"/>
              <a:buBlip>
                <a:blip r:embed="rId2"/>
              </a:buBlip>
            </a:pPr>
            <a:r>
              <a:rPr lang="fr-FR" sz="1600" b="0" i="0" dirty="0">
                <a:effectLst/>
                <a:latin typeface="Times New Roman" panose="02020603050405020304" pitchFamily="18" charset="0"/>
                <a:cs typeface="Times New Roman" panose="02020603050405020304" pitchFamily="18" charset="0"/>
              </a:rPr>
              <a:t>Comment concevoir une interface utilisateur attrayante, conviviale et intuitive pour améliorer l'expérience d'achat en ligne ?</a:t>
            </a:r>
          </a:p>
          <a:p>
            <a:pPr marL="285750" indent="-285750">
              <a:lnSpc>
                <a:spcPct val="150000"/>
              </a:lnSpc>
              <a:buClr>
                <a:srgbClr val="002060"/>
              </a:buClr>
              <a:buSzPct val="126000"/>
              <a:buBlip>
                <a:blip r:embed="rId2"/>
              </a:buBlip>
            </a:pPr>
            <a:r>
              <a:rPr lang="fr-FR" sz="1600" b="0" i="0" dirty="0">
                <a:effectLst/>
                <a:latin typeface="Times New Roman" panose="02020603050405020304" pitchFamily="18" charset="0"/>
                <a:cs typeface="Times New Roman" panose="02020603050405020304" pitchFamily="18" charset="0"/>
              </a:rPr>
              <a:t>Quels outils de développement utiliser pour créer une plateforme e-commerce robuste et évolutive ?</a:t>
            </a:r>
          </a:p>
          <a:p>
            <a:pPr marL="285750" indent="-285750">
              <a:lnSpc>
                <a:spcPct val="150000"/>
              </a:lnSpc>
              <a:buClr>
                <a:srgbClr val="002060"/>
              </a:buClr>
              <a:buSzPct val="126000"/>
              <a:buBlip>
                <a:blip r:embed="rId2"/>
              </a:buBlip>
            </a:pPr>
            <a:r>
              <a:rPr lang="fr-FR" sz="1600" b="0" i="0" dirty="0">
                <a:effectLst/>
                <a:latin typeface="Times New Roman" panose="02020603050405020304" pitchFamily="18" charset="0"/>
                <a:cs typeface="Times New Roman" panose="02020603050405020304" pitchFamily="18" charset="0"/>
              </a:rPr>
              <a:t>Comment créer une maquette fonctionnelle et attrayante de la plateforme e-commerce pour visualiser et valider le concept auprès des parties prenantes ?</a:t>
            </a:r>
          </a:p>
          <a:p>
            <a:pPr marL="285750" indent="-285750">
              <a:lnSpc>
                <a:spcPct val="150000"/>
              </a:lnSpc>
              <a:buClr>
                <a:srgbClr val="002060"/>
              </a:buClr>
              <a:buSzPct val="126000"/>
              <a:buBlip>
                <a:blip r:embed="rId2"/>
              </a:buBlip>
            </a:pPr>
            <a:r>
              <a:rPr lang="fr-FR" sz="1600" b="0" i="0" dirty="0">
                <a:effectLst/>
                <a:latin typeface="Times New Roman" panose="02020603050405020304" pitchFamily="18" charset="0"/>
                <a:cs typeface="Times New Roman" panose="02020603050405020304" pitchFamily="18" charset="0"/>
              </a:rPr>
              <a:t>Quelles sont les perspectives d'expansion et de croissance de la plateforme e-commerce, notamment en termes de nouveaux marchés, de fonctionnalités supplémentaires ou de partenariats potentiels ?</a:t>
            </a:r>
          </a:p>
          <a:p>
            <a:pPr marL="285750" indent="-285750" algn="l">
              <a:buBlip>
                <a:blip r:embed="rId2"/>
              </a:buBlip>
            </a:pPr>
            <a:endParaRPr lang="fr-FR" b="0" i="0" dirty="0">
              <a:solidFill>
                <a:srgbClr val="374151"/>
              </a:solidFill>
              <a:effectLst/>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161157447"/>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75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1000" fill="hold"/>
                                        <p:tgtEl>
                                          <p:spTgt spid="7"/>
                                        </p:tgtEl>
                                        <p:attrNameLst>
                                          <p:attrName>ppt_w</p:attrName>
                                        </p:attrNameLst>
                                      </p:cBhvr>
                                      <p:tavLst>
                                        <p:tav tm="0">
                                          <p:val>
                                            <p:fltVal val="0"/>
                                          </p:val>
                                        </p:tav>
                                        <p:tav tm="100000">
                                          <p:val>
                                            <p:strVal val="#ppt_w"/>
                                          </p:val>
                                        </p:tav>
                                      </p:tavLst>
                                    </p:anim>
                                    <p:anim calcmode="lin" valueType="num">
                                      <p:cBhvr>
                                        <p:cTn id="13" dur="1000" fill="hold"/>
                                        <p:tgtEl>
                                          <p:spTgt spid="7"/>
                                        </p:tgtEl>
                                        <p:attrNameLst>
                                          <p:attrName>ppt_h</p:attrName>
                                        </p:attrNameLst>
                                      </p:cBhvr>
                                      <p:tavLst>
                                        <p:tav tm="0">
                                          <p:val>
                                            <p:fltVal val="0"/>
                                          </p:val>
                                        </p:tav>
                                        <p:tav tm="100000">
                                          <p:val>
                                            <p:strVal val="#ppt_h"/>
                                          </p:val>
                                        </p:tav>
                                      </p:tavLst>
                                    </p:anim>
                                    <p:animEffect transition="in" filter="fade">
                                      <p:cBhvr>
                                        <p:cTn id="14"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e 3">
            <a:extLst>
              <a:ext uri="{FF2B5EF4-FFF2-40B4-BE49-F238E27FC236}">
                <a16:creationId xmlns:a16="http://schemas.microsoft.com/office/drawing/2014/main" id="{C25AC26F-2F8D-38DC-EC87-2EF64DF123AE}"/>
              </a:ext>
            </a:extLst>
          </p:cNvPr>
          <p:cNvGrpSpPr/>
          <p:nvPr/>
        </p:nvGrpSpPr>
        <p:grpSpPr>
          <a:xfrm>
            <a:off x="3758183" y="84273"/>
            <a:ext cx="9001957" cy="400109"/>
            <a:chOff x="5095196" y="338721"/>
            <a:chExt cx="3560531" cy="199962"/>
          </a:xfrm>
        </p:grpSpPr>
        <p:sp>
          <p:nvSpPr>
            <p:cNvPr id="5" name="ZoneTexte 4">
              <a:extLst>
                <a:ext uri="{FF2B5EF4-FFF2-40B4-BE49-F238E27FC236}">
                  <a16:creationId xmlns:a16="http://schemas.microsoft.com/office/drawing/2014/main" id="{6A650FC3-69E2-699B-C859-E29A5657EF21}"/>
                </a:ext>
              </a:extLst>
            </p:cNvPr>
            <p:cNvSpPr txBox="1"/>
            <p:nvPr/>
          </p:nvSpPr>
          <p:spPr>
            <a:xfrm>
              <a:off x="5095196" y="338721"/>
              <a:ext cx="3560531" cy="199962"/>
            </a:xfrm>
            <a:prstGeom prst="rect">
              <a:avLst/>
            </a:prstGeom>
            <a:noFill/>
          </p:spPr>
          <p:txBody>
            <a:bodyPr wrap="square" rtlCol="0" anchor="ctr">
              <a:spAutoFit/>
            </a:bodyPr>
            <a:lstStyle/>
            <a:p>
              <a:r>
                <a:rPr lang="fr-FR" sz="2000" b="1" i="1" dirty="0">
                  <a:solidFill>
                    <a:srgbClr val="002060"/>
                  </a:solidFill>
                  <a:latin typeface="Times New Roman" panose="02020603050405020304" pitchFamily="18" charset="0"/>
                  <a:cs typeface="Times New Roman" panose="02020603050405020304" pitchFamily="18" charset="0"/>
                </a:rPr>
                <a:t>LA GESTION DE PROJET</a:t>
              </a:r>
            </a:p>
          </p:txBody>
        </p:sp>
        <p:cxnSp>
          <p:nvCxnSpPr>
            <p:cNvPr id="6" name="Connecteur droit 5">
              <a:extLst>
                <a:ext uri="{FF2B5EF4-FFF2-40B4-BE49-F238E27FC236}">
                  <a16:creationId xmlns:a16="http://schemas.microsoft.com/office/drawing/2014/main" id="{FAF0DAAB-AECE-0F95-9F8E-E03B0B227DA0}"/>
                </a:ext>
              </a:extLst>
            </p:cNvPr>
            <p:cNvCxnSpPr>
              <a:cxnSpLocks/>
            </p:cNvCxnSpPr>
            <p:nvPr/>
          </p:nvCxnSpPr>
          <p:spPr>
            <a:xfrm>
              <a:off x="5095196" y="538683"/>
              <a:ext cx="1224311" cy="0"/>
            </a:xfrm>
            <a:prstGeom prst="line">
              <a:avLst/>
            </a:prstGeom>
          </p:spPr>
          <p:style>
            <a:lnRef idx="1">
              <a:schemeClr val="dk1"/>
            </a:lnRef>
            <a:fillRef idx="0">
              <a:schemeClr val="dk1"/>
            </a:fillRef>
            <a:effectRef idx="0">
              <a:schemeClr val="dk1"/>
            </a:effectRef>
            <a:fontRef idx="minor">
              <a:schemeClr val="tx1"/>
            </a:fontRef>
          </p:style>
        </p:cxnSp>
      </p:grpSp>
      <p:sp>
        <p:nvSpPr>
          <p:cNvPr id="8" name="ZoneTexte 7">
            <a:extLst>
              <a:ext uri="{FF2B5EF4-FFF2-40B4-BE49-F238E27FC236}">
                <a16:creationId xmlns:a16="http://schemas.microsoft.com/office/drawing/2014/main" id="{EAF2A9E6-ED2F-433A-FF97-046CC2EB0895}"/>
              </a:ext>
            </a:extLst>
          </p:cNvPr>
          <p:cNvSpPr txBox="1"/>
          <p:nvPr/>
        </p:nvSpPr>
        <p:spPr>
          <a:xfrm>
            <a:off x="834503" y="1349405"/>
            <a:ext cx="6019060" cy="5194499"/>
          </a:xfrm>
          <a:prstGeom prst="rect">
            <a:avLst/>
          </a:prstGeom>
          <a:noFill/>
        </p:spPr>
        <p:txBody>
          <a:bodyPr wrap="square" rtlCol="0">
            <a:spAutoFit/>
          </a:bodyPr>
          <a:lstStyle/>
          <a:p>
            <a:r>
              <a:rPr lang="fr-FR" sz="1800" b="1"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rPr>
              <a:t>Méthodologie de gestion de projet :</a:t>
            </a:r>
          </a:p>
          <a:p>
            <a:endParaRPr lang="fr-FR" sz="1800" b="1"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r>
              <a:rPr lang="fr-FR" sz="1600" b="1"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Méthode Agile : </a:t>
            </a:r>
          </a:p>
          <a:p>
            <a:endParaRPr lang="fr-FR" sz="1600" dirty="0">
              <a:solidFill>
                <a:srgbClr val="FFC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r>
              <a:rPr lang="fr-FR" sz="1600" dirty="0">
                <a:solidFill>
                  <a:srgbClr val="000000"/>
                </a:solidFill>
                <a:latin typeface="Times New Roman" panose="02020603050405020304" pitchFamily="18" charset="0"/>
                <a:ea typeface="Calibri" panose="020F0502020204030204" pitchFamily="34" charset="0"/>
                <a:cs typeface="Arial" panose="020B0604020202020204" pitchFamily="34" charset="0"/>
              </a:rPr>
              <a:t>     </a:t>
            </a:r>
            <a:r>
              <a:rPr lang="fr-FR" sz="16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La méthodologie agile est une approche de gestion de projet qui repose sur une approche itérative et incrémentale pour le développement de produits. Elle se concentre sur la collaboration, la flexibilité et la livraison rapide de produits de qualité supérieure.</a:t>
            </a:r>
          </a:p>
          <a:p>
            <a:endParaRPr lang="fr-FR" sz="1600" dirty="0">
              <a:effectLst/>
              <a:latin typeface="Calibri" panose="020F0502020204030204" pitchFamily="34" charset="0"/>
              <a:ea typeface="Calibri" panose="020F0502020204030204" pitchFamily="34" charset="0"/>
              <a:cs typeface="Arial" panose="020B0604020202020204" pitchFamily="34" charset="0"/>
            </a:endParaRPr>
          </a:p>
          <a:p>
            <a:r>
              <a:rPr lang="fr-FR" sz="1600" dirty="0">
                <a:solidFill>
                  <a:srgbClr val="FFC000"/>
                </a:solidFill>
                <a:effectLst/>
                <a:latin typeface="Times New Roman" panose="02020603050405020304" pitchFamily="18" charset="0"/>
                <a:ea typeface="Times New Roman" panose="02020603050405020304" pitchFamily="18" charset="0"/>
                <a:cs typeface="Times New Roman" panose="02020603050405020304" pitchFamily="18" charset="0"/>
              </a:rPr>
              <a:t>----Pourquoi la méthodologie Agile :</a:t>
            </a:r>
          </a:p>
          <a:p>
            <a:pPr marL="1257300" lvl="2" indent="-342900">
              <a:lnSpc>
                <a:spcPct val="107000"/>
              </a:lnSpc>
              <a:buFont typeface="Courier New" panose="02070309020205020404" pitchFamily="49" charset="0"/>
              <a:buChar char="o"/>
            </a:pPr>
            <a:r>
              <a:rPr lang="fr-FR"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Priorisation de la satisfaction du client </a:t>
            </a:r>
            <a:endParaRPr lang="fr-FR" dirty="0">
              <a:effectLst/>
              <a:latin typeface="Calibri" panose="020F0502020204030204" pitchFamily="34" charset="0"/>
              <a:ea typeface="Calibri" panose="020F0502020204030204" pitchFamily="34" charset="0"/>
              <a:cs typeface="Arial" panose="020B0604020202020204" pitchFamily="34" charset="0"/>
            </a:endParaRPr>
          </a:p>
          <a:p>
            <a:pPr marL="1257300" lvl="2" indent="-342900">
              <a:lnSpc>
                <a:spcPct val="107000"/>
              </a:lnSpc>
              <a:buFont typeface="Courier New" panose="02070309020205020404" pitchFamily="49" charset="0"/>
              <a:buChar char="o"/>
            </a:pPr>
            <a:r>
              <a:rPr lang="fr-FR"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Collaboration entre les membres de l'équipe </a:t>
            </a:r>
            <a:r>
              <a:rPr lang="fr-FR" dirty="0">
                <a:solidFill>
                  <a:srgbClr val="538135"/>
                </a:solidFill>
                <a:effectLst/>
                <a:latin typeface="Times New Roman" panose="02020603050405020304" pitchFamily="18" charset="0"/>
                <a:ea typeface="Calibri" panose="020F0502020204030204" pitchFamily="34" charset="0"/>
                <a:cs typeface="Arial" panose="020B0604020202020204" pitchFamily="34" charset="0"/>
              </a:rPr>
              <a:t> </a:t>
            </a:r>
            <a:endParaRPr lang="fr-FR" dirty="0">
              <a:effectLst/>
              <a:latin typeface="Calibri" panose="020F0502020204030204" pitchFamily="34" charset="0"/>
              <a:ea typeface="Calibri" panose="020F0502020204030204" pitchFamily="34" charset="0"/>
              <a:cs typeface="Arial" panose="020B0604020202020204" pitchFamily="34" charset="0"/>
            </a:endParaRPr>
          </a:p>
          <a:p>
            <a:pPr marL="1257300" lvl="2" indent="-342900">
              <a:lnSpc>
                <a:spcPct val="107000"/>
              </a:lnSpc>
              <a:buFont typeface="Courier New" panose="02070309020205020404" pitchFamily="49" charset="0"/>
              <a:buChar char="o"/>
            </a:pPr>
            <a:r>
              <a:rPr lang="fr-FR"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Flexibilité dans la planification </a:t>
            </a:r>
            <a:endParaRPr lang="fr-FR" dirty="0">
              <a:effectLst/>
              <a:latin typeface="Calibri" panose="020F0502020204030204" pitchFamily="34" charset="0"/>
              <a:ea typeface="Calibri" panose="020F0502020204030204" pitchFamily="34" charset="0"/>
              <a:cs typeface="Arial" panose="020B0604020202020204" pitchFamily="34" charset="0"/>
            </a:endParaRPr>
          </a:p>
          <a:p>
            <a:pPr marL="1257300" lvl="2" indent="-342900">
              <a:lnSpc>
                <a:spcPct val="107000"/>
              </a:lnSpc>
              <a:buFont typeface="Courier New" panose="02070309020205020404" pitchFamily="49" charset="0"/>
              <a:buChar char="o"/>
            </a:pPr>
            <a:r>
              <a:rPr lang="fr-FR"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Approche itérative et incrémentale </a:t>
            </a:r>
            <a:r>
              <a:rPr lang="fr-FR" dirty="0">
                <a:solidFill>
                  <a:srgbClr val="538135"/>
                </a:solidFill>
                <a:effectLst/>
                <a:latin typeface="Times New Roman" panose="02020603050405020304" pitchFamily="18" charset="0"/>
                <a:ea typeface="Calibri" panose="020F0502020204030204" pitchFamily="34" charset="0"/>
                <a:cs typeface="Arial" panose="020B0604020202020204" pitchFamily="34" charset="0"/>
              </a:rPr>
              <a:t> </a:t>
            </a:r>
            <a:endParaRPr lang="fr-FR" dirty="0">
              <a:effectLst/>
              <a:latin typeface="Calibri" panose="020F0502020204030204" pitchFamily="34" charset="0"/>
              <a:ea typeface="Calibri" panose="020F0502020204030204" pitchFamily="34" charset="0"/>
              <a:cs typeface="Arial" panose="020B0604020202020204" pitchFamily="34" charset="0"/>
            </a:endParaRPr>
          </a:p>
          <a:p>
            <a:pPr marL="1257300" lvl="2" indent="-342900">
              <a:lnSpc>
                <a:spcPct val="107000"/>
              </a:lnSpc>
              <a:buFont typeface="Courier New" panose="02070309020205020404" pitchFamily="49" charset="0"/>
              <a:buChar char="o"/>
            </a:pPr>
            <a:r>
              <a:rPr lang="fr-FR"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Tests fréquents et continus </a:t>
            </a:r>
            <a:endParaRPr lang="fr-FR" dirty="0">
              <a:effectLst/>
              <a:latin typeface="Calibri" panose="020F0502020204030204" pitchFamily="34" charset="0"/>
              <a:ea typeface="Calibri" panose="020F0502020204030204" pitchFamily="34" charset="0"/>
              <a:cs typeface="Arial" panose="020B0604020202020204" pitchFamily="34" charset="0"/>
            </a:endParaRPr>
          </a:p>
          <a:p>
            <a:pPr marL="1257300" lvl="2" indent="-342900">
              <a:lnSpc>
                <a:spcPct val="107000"/>
              </a:lnSpc>
              <a:buFont typeface="Courier New" panose="02070309020205020404" pitchFamily="49" charset="0"/>
              <a:buChar char="o"/>
            </a:pPr>
            <a:r>
              <a:rPr lang="fr-FR"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Réflexion et amélioration continue </a:t>
            </a:r>
            <a:endParaRPr lang="fr-FR" dirty="0">
              <a:effectLst/>
              <a:latin typeface="Calibri" panose="020F0502020204030204" pitchFamily="34" charset="0"/>
              <a:ea typeface="Calibri" panose="020F0502020204030204" pitchFamily="34" charset="0"/>
              <a:cs typeface="Arial" panose="020B0604020202020204" pitchFamily="34" charset="0"/>
            </a:endParaRPr>
          </a:p>
          <a:p>
            <a:pPr marL="1200150" lvl="2" indent="-285750">
              <a:buFont typeface="Courier New" panose="02070309020205020404" pitchFamily="49" charset="0"/>
              <a:buChar char="o"/>
            </a:pPr>
            <a:endParaRPr lang="fr-FR" sz="1600" b="1" dirty="0">
              <a:solidFill>
                <a:srgbClr val="385623"/>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fr-FR" sz="1800" b="1" dirty="0">
              <a:solidFill>
                <a:srgbClr val="00206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fr-FR" dirty="0"/>
          </a:p>
        </p:txBody>
      </p:sp>
      <p:pic>
        <p:nvPicPr>
          <p:cNvPr id="9" name="Image 8">
            <a:extLst>
              <a:ext uri="{FF2B5EF4-FFF2-40B4-BE49-F238E27FC236}">
                <a16:creationId xmlns:a16="http://schemas.microsoft.com/office/drawing/2014/main" id="{E160412B-7244-5101-E5E4-0B3DF400D4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0209" y="1111045"/>
            <a:ext cx="3105150" cy="2835610"/>
          </a:xfrm>
          <a:prstGeom prst="rect">
            <a:avLst/>
          </a:prstGeom>
        </p:spPr>
      </p:pic>
    </p:spTree>
    <p:extLst>
      <p:ext uri="{BB962C8B-B14F-4D97-AF65-F5344CB8AC3E}">
        <p14:creationId xmlns:p14="http://schemas.microsoft.com/office/powerpoint/2010/main" val="3203205730"/>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75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1" presetClass="entr" presetSubtype="0" fill="hold"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 calcmode="lin" valueType="num">
                                      <p:cBhvr>
                                        <p:cTn id="12" dur="1000" fill="hold"/>
                                        <p:tgtEl>
                                          <p:spTgt spid="8">
                                            <p:txEl>
                                              <p:pRg st="0" end="0"/>
                                            </p:txEl>
                                          </p:spTgt>
                                        </p:tgtEl>
                                        <p:attrNameLst>
                                          <p:attrName>ppt_w</p:attrName>
                                        </p:attrNameLst>
                                      </p:cBhvr>
                                      <p:tavLst>
                                        <p:tav tm="0">
                                          <p:val>
                                            <p:fltVal val="0"/>
                                          </p:val>
                                        </p:tav>
                                        <p:tav tm="100000">
                                          <p:val>
                                            <p:strVal val="#ppt_w"/>
                                          </p:val>
                                        </p:tav>
                                      </p:tavLst>
                                    </p:anim>
                                    <p:anim calcmode="lin" valueType="num">
                                      <p:cBhvr>
                                        <p:cTn id="13" dur="1000" fill="hold"/>
                                        <p:tgtEl>
                                          <p:spTgt spid="8">
                                            <p:txEl>
                                              <p:pRg st="0" end="0"/>
                                            </p:txEl>
                                          </p:spTgt>
                                        </p:tgtEl>
                                        <p:attrNameLst>
                                          <p:attrName>ppt_h</p:attrName>
                                        </p:attrNameLst>
                                      </p:cBhvr>
                                      <p:tavLst>
                                        <p:tav tm="0">
                                          <p:val>
                                            <p:fltVal val="0"/>
                                          </p:val>
                                        </p:tav>
                                        <p:tav tm="100000">
                                          <p:val>
                                            <p:strVal val="#ppt_h"/>
                                          </p:val>
                                        </p:tav>
                                      </p:tavLst>
                                    </p:anim>
                                    <p:anim calcmode="lin" valueType="num">
                                      <p:cBhvr>
                                        <p:cTn id="14" dur="1000" fill="hold"/>
                                        <p:tgtEl>
                                          <p:spTgt spid="8">
                                            <p:txEl>
                                              <p:pRg st="0" end="0"/>
                                            </p:txEl>
                                          </p:spTgt>
                                        </p:tgtEl>
                                        <p:attrNameLst>
                                          <p:attrName>style.rotation</p:attrName>
                                        </p:attrNameLst>
                                      </p:cBhvr>
                                      <p:tavLst>
                                        <p:tav tm="0">
                                          <p:val>
                                            <p:fltVal val="90"/>
                                          </p:val>
                                        </p:tav>
                                        <p:tav tm="100000">
                                          <p:val>
                                            <p:fltVal val="0"/>
                                          </p:val>
                                        </p:tav>
                                      </p:tavLst>
                                    </p:anim>
                                    <p:animEffect transition="in" filter="fade">
                                      <p:cBhvr>
                                        <p:cTn id="15" dur="1000"/>
                                        <p:tgtEl>
                                          <p:spTgt spid="8">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8">
                                            <p:txEl>
                                              <p:pRg st="2" end="2"/>
                                            </p:txEl>
                                          </p:spTgt>
                                        </p:tgtEl>
                                        <p:attrNameLst>
                                          <p:attrName>style.visibility</p:attrName>
                                        </p:attrNameLst>
                                      </p:cBhvr>
                                      <p:to>
                                        <p:strVal val="visible"/>
                                      </p:to>
                                    </p:set>
                                    <p:animEffect transition="in" filter="fade">
                                      <p:cBhvr>
                                        <p:cTn id="20" dur="500"/>
                                        <p:tgtEl>
                                          <p:spTgt spid="8">
                                            <p:txEl>
                                              <p:pRg st="2" end="2"/>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animEffect transition="in" filter="fade">
                                      <p:cBhvr>
                                        <p:cTn id="23" dur="500"/>
                                        <p:tgtEl>
                                          <p:spTgt spid="8">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1" presetClass="entr" presetSubtype="1"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heel(1)">
                                      <p:cBhvr>
                                        <p:cTn id="28" dur="10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8">
                                            <p:txEl>
                                              <p:pRg st="6" end="6"/>
                                            </p:txEl>
                                          </p:spTgt>
                                        </p:tgtEl>
                                        <p:attrNameLst>
                                          <p:attrName>style.visibility</p:attrName>
                                        </p:attrNameLst>
                                      </p:cBhvr>
                                      <p:to>
                                        <p:strVal val="visible"/>
                                      </p:to>
                                    </p:set>
                                    <p:animEffect transition="in" filter="fade">
                                      <p:cBhvr>
                                        <p:cTn id="33" dur="500"/>
                                        <p:tgtEl>
                                          <p:spTgt spid="8">
                                            <p:txEl>
                                              <p:pRg st="6" end="6"/>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8">
                                            <p:txEl>
                                              <p:pRg st="7" end="7"/>
                                            </p:txEl>
                                          </p:spTgt>
                                        </p:tgtEl>
                                        <p:attrNameLst>
                                          <p:attrName>style.visibility</p:attrName>
                                        </p:attrNameLst>
                                      </p:cBhvr>
                                      <p:to>
                                        <p:strVal val="visible"/>
                                      </p:to>
                                    </p:set>
                                    <p:animEffect transition="in" filter="fade">
                                      <p:cBhvr>
                                        <p:cTn id="36" dur="500"/>
                                        <p:tgtEl>
                                          <p:spTgt spid="8">
                                            <p:txEl>
                                              <p:pRg st="7" end="7"/>
                                            </p:txEl>
                                          </p:spTgt>
                                        </p:tgtEl>
                                      </p:cBhvr>
                                    </p:animEffect>
                                  </p:childTnLst>
                                </p:cTn>
                              </p:par>
                              <p:par>
                                <p:cTn id="37" presetID="10" presetClass="entr" presetSubtype="0" fill="hold" nodeType="withEffect">
                                  <p:stCondLst>
                                    <p:cond delay="0"/>
                                  </p:stCondLst>
                                  <p:childTnLst>
                                    <p:set>
                                      <p:cBhvr>
                                        <p:cTn id="38" dur="1" fill="hold">
                                          <p:stCondLst>
                                            <p:cond delay="0"/>
                                          </p:stCondLst>
                                        </p:cTn>
                                        <p:tgtEl>
                                          <p:spTgt spid="8">
                                            <p:txEl>
                                              <p:pRg st="8" end="8"/>
                                            </p:txEl>
                                          </p:spTgt>
                                        </p:tgtEl>
                                        <p:attrNameLst>
                                          <p:attrName>style.visibility</p:attrName>
                                        </p:attrNameLst>
                                      </p:cBhvr>
                                      <p:to>
                                        <p:strVal val="visible"/>
                                      </p:to>
                                    </p:set>
                                    <p:animEffect transition="in" filter="fade">
                                      <p:cBhvr>
                                        <p:cTn id="39" dur="500"/>
                                        <p:tgtEl>
                                          <p:spTgt spid="8">
                                            <p:txEl>
                                              <p:pRg st="8" end="8"/>
                                            </p:txEl>
                                          </p:spTgt>
                                        </p:tgtEl>
                                      </p:cBhvr>
                                    </p:animEffect>
                                  </p:childTnLst>
                                </p:cTn>
                              </p:par>
                              <p:par>
                                <p:cTn id="40" presetID="10" presetClass="entr" presetSubtype="0" fill="hold" nodeType="withEffect">
                                  <p:stCondLst>
                                    <p:cond delay="0"/>
                                  </p:stCondLst>
                                  <p:childTnLst>
                                    <p:set>
                                      <p:cBhvr>
                                        <p:cTn id="41" dur="1" fill="hold">
                                          <p:stCondLst>
                                            <p:cond delay="0"/>
                                          </p:stCondLst>
                                        </p:cTn>
                                        <p:tgtEl>
                                          <p:spTgt spid="8">
                                            <p:txEl>
                                              <p:pRg st="9" end="9"/>
                                            </p:txEl>
                                          </p:spTgt>
                                        </p:tgtEl>
                                        <p:attrNameLst>
                                          <p:attrName>style.visibility</p:attrName>
                                        </p:attrNameLst>
                                      </p:cBhvr>
                                      <p:to>
                                        <p:strVal val="visible"/>
                                      </p:to>
                                    </p:set>
                                    <p:animEffect transition="in" filter="fade">
                                      <p:cBhvr>
                                        <p:cTn id="42" dur="500"/>
                                        <p:tgtEl>
                                          <p:spTgt spid="8">
                                            <p:txEl>
                                              <p:pRg st="9" end="9"/>
                                            </p:txEl>
                                          </p:spTgt>
                                        </p:tgtEl>
                                      </p:cBhvr>
                                    </p:animEffect>
                                  </p:childTnLst>
                                </p:cTn>
                              </p:par>
                              <p:par>
                                <p:cTn id="43" presetID="10" presetClass="entr" presetSubtype="0" fill="hold" nodeType="withEffect">
                                  <p:stCondLst>
                                    <p:cond delay="0"/>
                                  </p:stCondLst>
                                  <p:childTnLst>
                                    <p:set>
                                      <p:cBhvr>
                                        <p:cTn id="44" dur="1" fill="hold">
                                          <p:stCondLst>
                                            <p:cond delay="0"/>
                                          </p:stCondLst>
                                        </p:cTn>
                                        <p:tgtEl>
                                          <p:spTgt spid="8">
                                            <p:txEl>
                                              <p:pRg st="10" end="10"/>
                                            </p:txEl>
                                          </p:spTgt>
                                        </p:tgtEl>
                                        <p:attrNameLst>
                                          <p:attrName>style.visibility</p:attrName>
                                        </p:attrNameLst>
                                      </p:cBhvr>
                                      <p:to>
                                        <p:strVal val="visible"/>
                                      </p:to>
                                    </p:set>
                                    <p:animEffect transition="in" filter="fade">
                                      <p:cBhvr>
                                        <p:cTn id="45" dur="500"/>
                                        <p:tgtEl>
                                          <p:spTgt spid="8">
                                            <p:txEl>
                                              <p:pRg st="10" end="10"/>
                                            </p:txEl>
                                          </p:spTgt>
                                        </p:tgtEl>
                                      </p:cBhvr>
                                    </p:animEffect>
                                  </p:childTnLst>
                                </p:cTn>
                              </p:par>
                              <p:par>
                                <p:cTn id="46" presetID="10" presetClass="entr" presetSubtype="0" fill="hold" nodeType="withEffect">
                                  <p:stCondLst>
                                    <p:cond delay="0"/>
                                  </p:stCondLst>
                                  <p:childTnLst>
                                    <p:set>
                                      <p:cBhvr>
                                        <p:cTn id="47" dur="1" fill="hold">
                                          <p:stCondLst>
                                            <p:cond delay="0"/>
                                          </p:stCondLst>
                                        </p:cTn>
                                        <p:tgtEl>
                                          <p:spTgt spid="8">
                                            <p:txEl>
                                              <p:pRg st="11" end="11"/>
                                            </p:txEl>
                                          </p:spTgt>
                                        </p:tgtEl>
                                        <p:attrNameLst>
                                          <p:attrName>style.visibility</p:attrName>
                                        </p:attrNameLst>
                                      </p:cBhvr>
                                      <p:to>
                                        <p:strVal val="visible"/>
                                      </p:to>
                                    </p:set>
                                    <p:animEffect transition="in" filter="fade">
                                      <p:cBhvr>
                                        <p:cTn id="48" dur="500"/>
                                        <p:tgtEl>
                                          <p:spTgt spid="8">
                                            <p:txEl>
                                              <p:pRg st="11" end="11"/>
                                            </p:txEl>
                                          </p:spTgt>
                                        </p:tgtEl>
                                      </p:cBhvr>
                                    </p:animEffect>
                                  </p:childTnLst>
                                </p:cTn>
                              </p:par>
                              <p:par>
                                <p:cTn id="49" presetID="10" presetClass="entr" presetSubtype="0" fill="hold" nodeType="withEffect">
                                  <p:stCondLst>
                                    <p:cond delay="0"/>
                                  </p:stCondLst>
                                  <p:childTnLst>
                                    <p:set>
                                      <p:cBhvr>
                                        <p:cTn id="50" dur="1" fill="hold">
                                          <p:stCondLst>
                                            <p:cond delay="0"/>
                                          </p:stCondLst>
                                        </p:cTn>
                                        <p:tgtEl>
                                          <p:spTgt spid="8">
                                            <p:txEl>
                                              <p:pRg st="12" end="12"/>
                                            </p:txEl>
                                          </p:spTgt>
                                        </p:tgtEl>
                                        <p:attrNameLst>
                                          <p:attrName>style.visibility</p:attrName>
                                        </p:attrNameLst>
                                      </p:cBhvr>
                                      <p:to>
                                        <p:strVal val="visible"/>
                                      </p:to>
                                    </p:set>
                                    <p:animEffect transition="in" filter="fade">
                                      <p:cBhvr>
                                        <p:cTn id="51" dur="500"/>
                                        <p:tgtEl>
                                          <p:spTgt spid="8">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F5AD5AD9-D533-E982-E14D-D1CF1000FF66}"/>
              </a:ext>
            </a:extLst>
          </p:cNvPr>
          <p:cNvSpPr txBox="1"/>
          <p:nvPr/>
        </p:nvSpPr>
        <p:spPr>
          <a:xfrm>
            <a:off x="862613" y="825623"/>
            <a:ext cx="10466773" cy="2626360"/>
          </a:xfrm>
          <a:prstGeom prst="rect">
            <a:avLst/>
          </a:prstGeom>
          <a:noFill/>
        </p:spPr>
        <p:txBody>
          <a:bodyPr wrap="square" rtlCol="0">
            <a:spAutoFit/>
          </a:bodyPr>
          <a:lstStyle/>
          <a:p>
            <a:pPr marL="0" lvl="1">
              <a:lnSpc>
                <a:spcPct val="150000"/>
              </a:lnSpc>
              <a:spcBef>
                <a:spcPts val="200"/>
              </a:spcBef>
            </a:pPr>
            <a:r>
              <a:rPr lang="fr-FR" sz="1600" b="1" dirty="0">
                <a:solidFill>
                  <a:srgbClr val="0070C0"/>
                </a:solidFill>
                <a:latin typeface="Times New Roman" panose="02020603050405020304" pitchFamily="18" charset="0"/>
                <a:cs typeface="Times New Roman" panose="02020603050405020304" pitchFamily="18" charset="0"/>
              </a:rPr>
              <a:t>Diagramme de Gant : </a:t>
            </a:r>
          </a:p>
          <a:p>
            <a:pPr>
              <a:lnSpc>
                <a:spcPct val="150000"/>
              </a:lnSpc>
              <a:spcAft>
                <a:spcPts val="800"/>
              </a:spcAft>
            </a:pPr>
            <a:r>
              <a:rPr lang="fr-FR" sz="1600" dirty="0">
                <a:solidFill>
                  <a:srgbClr val="000000"/>
                </a:solidFill>
                <a:effectLst/>
                <a:latin typeface="Times New Roman" panose="02020603050405020304" pitchFamily="18" charset="0"/>
                <a:ea typeface="Calibri" panose="020F0502020204030204" pitchFamily="34" charset="0"/>
                <a:cs typeface="Arial" panose="020B0604020202020204" pitchFamily="34" charset="0"/>
              </a:rPr>
              <a:t>Est un outil de gestion de projet utilisé pour planifier et suivre les tâches et les délais.</a:t>
            </a:r>
          </a:p>
          <a:p>
            <a:pPr>
              <a:lnSpc>
                <a:spcPct val="150000"/>
              </a:lnSpc>
              <a:spcAft>
                <a:spcPts val="800"/>
              </a:spcAft>
            </a:pPr>
            <a:r>
              <a:rPr lang="fr-FR" sz="1600" dirty="0">
                <a:solidFill>
                  <a:srgbClr val="FFC000"/>
                </a:solidFill>
                <a:latin typeface="Times New Roman" panose="02020603050405020304" pitchFamily="18" charset="0"/>
                <a:cs typeface="Times New Roman" panose="02020603050405020304" pitchFamily="18" charset="0"/>
              </a:rPr>
              <a:t>----Planification périvisuelle :</a:t>
            </a:r>
          </a:p>
          <a:p>
            <a:pPr>
              <a:lnSpc>
                <a:spcPct val="150000"/>
              </a:lnSpc>
              <a:spcAft>
                <a:spcPts val="800"/>
              </a:spcAft>
            </a:pPr>
            <a:endParaRPr lang="fr-FR" sz="1600" dirty="0">
              <a:solidFill>
                <a:srgbClr val="FFC000"/>
              </a:solidFill>
              <a:latin typeface="Times New Roman" panose="02020603050405020304" pitchFamily="18" charset="0"/>
              <a:cs typeface="Times New Roman" panose="02020603050405020304" pitchFamily="18" charset="0"/>
            </a:endParaRPr>
          </a:p>
          <a:p>
            <a:pPr>
              <a:lnSpc>
                <a:spcPct val="150000"/>
              </a:lnSpc>
              <a:spcAft>
                <a:spcPts val="800"/>
              </a:spcAft>
            </a:pPr>
            <a:endParaRPr lang="fr-FR" sz="1600" dirty="0">
              <a:effectLst/>
              <a:latin typeface="Calibri" panose="020F0502020204030204" pitchFamily="34" charset="0"/>
              <a:ea typeface="Calibri" panose="020F0502020204030204" pitchFamily="34" charset="0"/>
              <a:cs typeface="Arial" panose="020B0604020202020204" pitchFamily="34" charset="0"/>
            </a:endParaRPr>
          </a:p>
          <a:p>
            <a:endParaRPr lang="fr-FR" dirty="0"/>
          </a:p>
        </p:txBody>
      </p:sp>
      <p:pic>
        <p:nvPicPr>
          <p:cNvPr id="7" name="Image 6" descr="Une image contenant texte, capture d’écran, ligne, Police&#10;&#10;Description générée automatiquement">
            <a:extLst>
              <a:ext uri="{FF2B5EF4-FFF2-40B4-BE49-F238E27FC236}">
                <a16:creationId xmlns:a16="http://schemas.microsoft.com/office/drawing/2014/main" id="{50219946-CE15-6183-6D1B-12207A7A69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8789" y="2318089"/>
            <a:ext cx="8735627" cy="2576928"/>
          </a:xfrm>
          <a:prstGeom prst="rect">
            <a:avLst/>
          </a:prstGeom>
        </p:spPr>
      </p:pic>
    </p:spTree>
    <p:extLst>
      <p:ext uri="{BB962C8B-B14F-4D97-AF65-F5344CB8AC3E}">
        <p14:creationId xmlns:p14="http://schemas.microsoft.com/office/powerpoint/2010/main" val="269048424"/>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750"/>
                                        <p:tgtEl>
                                          <p:spTgt spid="5">
                                            <p:txEl>
                                              <p:pRg st="0" end="0"/>
                                            </p:txEl>
                                          </p:spTgt>
                                        </p:tgtEl>
                                      </p:cBhvr>
                                    </p:animEffect>
                                  </p:childTnLst>
                                </p:cTn>
                              </p:par>
                            </p:childTnLst>
                          </p:cTn>
                        </p:par>
                        <p:par>
                          <p:cTn id="8" fill="hold">
                            <p:stCondLst>
                              <p:cond delay="750"/>
                            </p:stCondLst>
                            <p:childTnLst>
                              <p:par>
                                <p:cTn id="9" presetID="10" presetClass="entr" presetSubtype="0" fill="hold" nodeType="after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fade">
                                      <p:cBhvr>
                                        <p:cTn id="11" dur="500"/>
                                        <p:tgtEl>
                                          <p:spTgt spid="5">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
                                            <p:txEl>
                                              <p:pRg st="2" end="2"/>
                                            </p:txEl>
                                          </p:spTgt>
                                        </p:tgtEl>
                                        <p:attrNameLst>
                                          <p:attrName>style.visibility</p:attrName>
                                        </p:attrNameLst>
                                      </p:cBhvr>
                                      <p:to>
                                        <p:strVal val="visible"/>
                                      </p:to>
                                    </p:set>
                                    <p:animEffect transition="in" filter="fade">
                                      <p:cBhvr>
                                        <p:cTn id="16" dur="1000"/>
                                        <p:tgtEl>
                                          <p:spTgt spid="5">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1" presetClass="entr" presetSubtype="1"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heel(1)">
                                      <p:cBhvr>
                                        <p:cTn id="21"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e 3">
            <a:extLst>
              <a:ext uri="{FF2B5EF4-FFF2-40B4-BE49-F238E27FC236}">
                <a16:creationId xmlns:a16="http://schemas.microsoft.com/office/drawing/2014/main" id="{7E73BEE0-AB19-DC13-5838-B3E508C686C6}"/>
              </a:ext>
            </a:extLst>
          </p:cNvPr>
          <p:cNvGrpSpPr/>
          <p:nvPr/>
        </p:nvGrpSpPr>
        <p:grpSpPr>
          <a:xfrm>
            <a:off x="2266734" y="75396"/>
            <a:ext cx="9001957" cy="400109"/>
            <a:chOff x="5095196" y="338721"/>
            <a:chExt cx="3560531" cy="199962"/>
          </a:xfrm>
        </p:grpSpPr>
        <p:sp>
          <p:nvSpPr>
            <p:cNvPr id="5" name="ZoneTexte 4">
              <a:extLst>
                <a:ext uri="{FF2B5EF4-FFF2-40B4-BE49-F238E27FC236}">
                  <a16:creationId xmlns:a16="http://schemas.microsoft.com/office/drawing/2014/main" id="{167AE4EF-3120-C200-AFE7-39D5AE57CFE8}"/>
                </a:ext>
              </a:extLst>
            </p:cNvPr>
            <p:cNvSpPr txBox="1"/>
            <p:nvPr/>
          </p:nvSpPr>
          <p:spPr>
            <a:xfrm>
              <a:off x="5095196" y="338721"/>
              <a:ext cx="3560531" cy="199962"/>
            </a:xfrm>
            <a:prstGeom prst="rect">
              <a:avLst/>
            </a:prstGeom>
            <a:noFill/>
          </p:spPr>
          <p:txBody>
            <a:bodyPr wrap="square" rtlCol="0" anchor="ctr">
              <a:spAutoFit/>
            </a:bodyPr>
            <a:lstStyle/>
            <a:p>
              <a:r>
                <a:rPr lang="fr-FR" sz="2000" b="1" i="1" dirty="0">
                  <a:solidFill>
                    <a:srgbClr val="002060"/>
                  </a:solidFill>
                  <a:latin typeface="Times New Roman" panose="02020603050405020304" pitchFamily="18" charset="0"/>
                  <a:cs typeface="Times New Roman" panose="02020603050405020304" pitchFamily="18" charset="0"/>
                </a:rPr>
                <a:t>LA CONCEPTION ET L’ANALYSE DE PROJET</a:t>
              </a:r>
            </a:p>
          </p:txBody>
        </p:sp>
        <p:cxnSp>
          <p:nvCxnSpPr>
            <p:cNvPr id="6" name="Connecteur droit 5">
              <a:extLst>
                <a:ext uri="{FF2B5EF4-FFF2-40B4-BE49-F238E27FC236}">
                  <a16:creationId xmlns:a16="http://schemas.microsoft.com/office/drawing/2014/main" id="{783772A2-BD4B-F993-BACE-014DD67AF4AE}"/>
                </a:ext>
              </a:extLst>
            </p:cNvPr>
            <p:cNvCxnSpPr>
              <a:cxnSpLocks/>
            </p:cNvCxnSpPr>
            <p:nvPr/>
          </p:nvCxnSpPr>
          <p:spPr>
            <a:xfrm>
              <a:off x="5095196" y="538683"/>
              <a:ext cx="2145098" cy="0"/>
            </a:xfrm>
            <a:prstGeom prst="line">
              <a:avLst/>
            </a:prstGeom>
          </p:spPr>
          <p:style>
            <a:lnRef idx="1">
              <a:schemeClr val="dk1"/>
            </a:lnRef>
            <a:fillRef idx="0">
              <a:schemeClr val="dk1"/>
            </a:fillRef>
            <a:effectRef idx="0">
              <a:schemeClr val="dk1"/>
            </a:effectRef>
            <a:fontRef idx="minor">
              <a:schemeClr val="tx1"/>
            </a:fontRef>
          </p:style>
        </p:cxnSp>
      </p:grpSp>
      <p:sp>
        <p:nvSpPr>
          <p:cNvPr id="9" name="ZoneTexte 8">
            <a:extLst>
              <a:ext uri="{FF2B5EF4-FFF2-40B4-BE49-F238E27FC236}">
                <a16:creationId xmlns:a16="http://schemas.microsoft.com/office/drawing/2014/main" id="{42114904-6B2B-E1CE-007A-D3D87F8F684C}"/>
              </a:ext>
            </a:extLst>
          </p:cNvPr>
          <p:cNvSpPr txBox="1"/>
          <p:nvPr/>
        </p:nvSpPr>
        <p:spPr>
          <a:xfrm>
            <a:off x="1109709" y="1751618"/>
            <a:ext cx="8682361" cy="3170099"/>
          </a:xfrm>
          <a:prstGeom prst="rect">
            <a:avLst/>
          </a:prstGeom>
          <a:noFill/>
        </p:spPr>
        <p:txBody>
          <a:bodyPr wrap="square" rtlCol="0">
            <a:spAutoFit/>
          </a:bodyPr>
          <a:lstStyle/>
          <a:p>
            <a:pPr>
              <a:lnSpc>
                <a:spcPct val="150000"/>
              </a:lnSpc>
            </a:pPr>
            <a:r>
              <a:rPr lang="fr-FR" sz="1600" dirty="0">
                <a:latin typeface="Times New Roman" panose="02020603050405020304" pitchFamily="18" charset="0"/>
                <a:cs typeface="Times New Roman" panose="02020603050405020304" pitchFamily="18" charset="0"/>
              </a:rPr>
              <a:t>        </a:t>
            </a:r>
            <a:r>
              <a:rPr lang="fr-FR" sz="1600" b="0" i="0" dirty="0">
                <a:effectLst/>
                <a:latin typeface="Times New Roman" panose="02020603050405020304" pitchFamily="18" charset="0"/>
                <a:cs typeface="Times New Roman" panose="02020603050405020304" pitchFamily="18" charset="0"/>
              </a:rPr>
              <a:t>La conception et l'analyse d'un site web jouent un rôle essentiel dans la création d'une expérience utilisateur exceptionnelle et réussie. Cette phase du processus de développement web consiste à comprendre les besoins des utilisateurs, à organiser l'information de manière intuitive et à concevoir une interface attrayante. Une conception et une analyse efficaces permettent de poser les bases solides du site, de maximiser sa convivialité et de garantir sa pertinence pour les utilisateurs cibles.</a:t>
            </a:r>
          </a:p>
          <a:p>
            <a:endParaRPr lang="fr-FR" sz="1600" dirty="0">
              <a:latin typeface="Times New Roman" panose="02020603050405020304" pitchFamily="18" charset="0"/>
              <a:cs typeface="Times New Roman" panose="02020603050405020304" pitchFamily="18" charset="0"/>
            </a:endParaRPr>
          </a:p>
          <a:p>
            <a:r>
              <a:rPr lang="fr-FR" sz="1600" dirty="0">
                <a:latin typeface="Times New Roman" panose="02020603050405020304" pitchFamily="18" charset="0"/>
                <a:cs typeface="Times New Roman" panose="02020603050405020304" pitchFamily="18" charset="0"/>
              </a:rPr>
              <a:t>Dans cette partie, nous allons nous concentrer sur :</a:t>
            </a:r>
          </a:p>
          <a:p>
            <a:pPr marL="1200150" lvl="2" indent="-285750">
              <a:buFont typeface="Wingdings" panose="05000000000000000000" pitchFamily="2" charset="2"/>
              <a:buChar char="ü"/>
            </a:pPr>
            <a:r>
              <a:rPr lang="fr-FR" sz="1600" dirty="0">
                <a:solidFill>
                  <a:srgbClr val="FFC000"/>
                </a:solidFill>
                <a:latin typeface="Times New Roman" panose="02020603050405020304" pitchFamily="18" charset="0"/>
                <a:cs typeface="Times New Roman" panose="02020603050405020304" pitchFamily="18" charset="0"/>
              </a:rPr>
              <a:t> Diagramme de cas d’utilisation </a:t>
            </a:r>
          </a:p>
          <a:p>
            <a:pPr marL="1200150" lvl="2" indent="-285750">
              <a:buFont typeface="Wingdings" panose="05000000000000000000" pitchFamily="2" charset="2"/>
              <a:buChar char="ü"/>
            </a:pPr>
            <a:r>
              <a:rPr lang="fr-FR" sz="1600" dirty="0">
                <a:solidFill>
                  <a:srgbClr val="FFC000"/>
                </a:solidFill>
                <a:latin typeface="Times New Roman" panose="02020603050405020304" pitchFamily="18" charset="0"/>
                <a:cs typeface="Times New Roman" panose="02020603050405020304" pitchFamily="18" charset="0"/>
              </a:rPr>
              <a:t> Diagramme de class</a:t>
            </a:r>
          </a:p>
          <a:p>
            <a:pPr marL="1200150" lvl="2" indent="-285750">
              <a:buFont typeface="Wingdings" panose="05000000000000000000" pitchFamily="2" charset="2"/>
              <a:buChar char="ü"/>
            </a:pPr>
            <a:r>
              <a:rPr lang="fr-FR" sz="1600" dirty="0">
                <a:solidFill>
                  <a:srgbClr val="FFC000"/>
                </a:solidFill>
                <a:latin typeface="Times New Roman" panose="02020603050405020304" pitchFamily="18" charset="0"/>
                <a:cs typeface="Times New Roman" panose="02020603050405020304" pitchFamily="18" charset="0"/>
              </a:rPr>
              <a:t> Diagramme de sé</a:t>
            </a:r>
            <a:r>
              <a:rPr lang="en-US" sz="1600" dirty="0">
                <a:solidFill>
                  <a:srgbClr val="FFC000"/>
                </a:solidFill>
                <a:latin typeface="Times New Roman" panose="02020603050405020304" pitchFamily="18" charset="0"/>
                <a:cs typeface="Times New Roman" panose="02020603050405020304" pitchFamily="18" charset="0"/>
              </a:rPr>
              <a:t>quence</a:t>
            </a:r>
            <a:endParaRPr lang="fr-FR" sz="1600" dirty="0">
              <a:solidFill>
                <a:srgbClr val="FFC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575972"/>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75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ZoneTexte 5">
            <a:extLst>
              <a:ext uri="{FF2B5EF4-FFF2-40B4-BE49-F238E27FC236}">
                <a16:creationId xmlns:a16="http://schemas.microsoft.com/office/drawing/2014/main" id="{DF001CB7-1E41-4DAF-F9D0-A4F152DA5374}"/>
              </a:ext>
            </a:extLst>
          </p:cNvPr>
          <p:cNvSpPr txBox="1"/>
          <p:nvPr/>
        </p:nvSpPr>
        <p:spPr>
          <a:xfrm>
            <a:off x="754602" y="173115"/>
            <a:ext cx="9445841" cy="646331"/>
          </a:xfrm>
          <a:prstGeom prst="rect">
            <a:avLst/>
          </a:prstGeom>
          <a:noFill/>
        </p:spPr>
        <p:txBody>
          <a:bodyPr wrap="square" rtlCol="0">
            <a:spAutoFit/>
          </a:bodyPr>
          <a:lstStyle/>
          <a:p>
            <a:r>
              <a:rPr lang="fr-FR" sz="1800" dirty="0">
                <a:solidFill>
                  <a:srgbClr val="FFC000"/>
                </a:solidFill>
                <a:latin typeface="Times New Roman" panose="02020603050405020304" pitchFamily="18" charset="0"/>
                <a:cs typeface="Times New Roman" panose="02020603050405020304" pitchFamily="18" charset="0"/>
              </a:rPr>
              <a:t>Diagramme de cas d’utilisation : </a:t>
            </a:r>
          </a:p>
          <a:p>
            <a:endParaRPr lang="fr-FR" sz="1800" dirty="0">
              <a:solidFill>
                <a:srgbClr val="FFC000"/>
              </a:solidFill>
              <a:latin typeface="Times New Roman" panose="02020603050405020304" pitchFamily="18" charset="0"/>
              <a:cs typeface="Times New Roman" panose="02020603050405020304" pitchFamily="18" charset="0"/>
            </a:endParaRPr>
          </a:p>
        </p:txBody>
      </p:sp>
      <p:pic>
        <p:nvPicPr>
          <p:cNvPr id="7" name="Image 6">
            <a:extLst>
              <a:ext uri="{FF2B5EF4-FFF2-40B4-BE49-F238E27FC236}">
                <a16:creationId xmlns:a16="http://schemas.microsoft.com/office/drawing/2014/main" id="{375003D7-C1CD-701A-B2FB-C67ED99193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5084" y="523783"/>
            <a:ext cx="8026973" cy="6334217"/>
          </a:xfrm>
          <a:prstGeom prst="rect">
            <a:avLst/>
          </a:prstGeom>
        </p:spPr>
      </p:pic>
    </p:spTree>
    <p:extLst>
      <p:ext uri="{BB962C8B-B14F-4D97-AF65-F5344CB8AC3E}">
        <p14:creationId xmlns:p14="http://schemas.microsoft.com/office/powerpoint/2010/main" val="3780468524"/>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50"/>
                                        <p:tgtEl>
                                          <p:spTgt spid="6"/>
                                        </p:tgtEl>
                                      </p:cBhvr>
                                    </p:animEffect>
                                    <p:anim calcmode="lin" valueType="num">
                                      <p:cBhvr>
                                        <p:cTn id="8" dur="750" fill="hold"/>
                                        <p:tgtEl>
                                          <p:spTgt spid="6"/>
                                        </p:tgtEl>
                                        <p:attrNameLst>
                                          <p:attrName>ppt_x</p:attrName>
                                        </p:attrNameLst>
                                      </p:cBhvr>
                                      <p:tavLst>
                                        <p:tav tm="0">
                                          <p:val>
                                            <p:strVal val="#ppt_x"/>
                                          </p:val>
                                        </p:tav>
                                        <p:tav tm="100000">
                                          <p:val>
                                            <p:strVal val="#ppt_x"/>
                                          </p:val>
                                        </p:tav>
                                      </p:tavLst>
                                    </p:anim>
                                    <p:anim calcmode="lin" valueType="num">
                                      <p:cBhvr>
                                        <p:cTn id="9" dur="75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heel(1)">
                                      <p:cBhvr>
                                        <p:cTn id="14"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0ECB4E7F-3D55-1C93-28CD-F355CCB210B6}"/>
              </a:ext>
            </a:extLst>
          </p:cNvPr>
          <p:cNvSpPr txBox="1"/>
          <p:nvPr/>
        </p:nvSpPr>
        <p:spPr>
          <a:xfrm>
            <a:off x="798990" y="301841"/>
            <a:ext cx="9854214" cy="923330"/>
          </a:xfrm>
          <a:prstGeom prst="rect">
            <a:avLst/>
          </a:prstGeom>
          <a:noFill/>
        </p:spPr>
        <p:txBody>
          <a:bodyPr wrap="square" rtlCol="0">
            <a:spAutoFit/>
          </a:bodyPr>
          <a:lstStyle/>
          <a:p>
            <a:r>
              <a:rPr lang="fr-FR" sz="1800" dirty="0">
                <a:solidFill>
                  <a:srgbClr val="FFC000"/>
                </a:solidFill>
                <a:latin typeface="Times New Roman" panose="02020603050405020304" pitchFamily="18" charset="0"/>
                <a:cs typeface="Times New Roman" panose="02020603050405020304" pitchFamily="18" charset="0"/>
              </a:rPr>
              <a:t>Diagramme de class :</a:t>
            </a:r>
          </a:p>
          <a:p>
            <a:endParaRPr lang="fr-FR" sz="1800" dirty="0">
              <a:solidFill>
                <a:srgbClr val="FFC000"/>
              </a:solidFill>
              <a:latin typeface="Times New Roman" panose="02020603050405020304" pitchFamily="18" charset="0"/>
              <a:cs typeface="Times New Roman" panose="02020603050405020304" pitchFamily="18" charset="0"/>
            </a:endParaRPr>
          </a:p>
          <a:p>
            <a:endParaRPr lang="fr-FR" dirty="0"/>
          </a:p>
        </p:txBody>
      </p:sp>
      <p:sp>
        <p:nvSpPr>
          <p:cNvPr id="10" name="Organigramme : Connecteur 9">
            <a:extLst>
              <a:ext uri="{FF2B5EF4-FFF2-40B4-BE49-F238E27FC236}">
                <a16:creationId xmlns:a16="http://schemas.microsoft.com/office/drawing/2014/main" id="{6A12CC87-BDB3-196C-E307-E170540874B8}"/>
              </a:ext>
            </a:extLst>
          </p:cNvPr>
          <p:cNvSpPr/>
          <p:nvPr/>
        </p:nvSpPr>
        <p:spPr>
          <a:xfrm>
            <a:off x="4811696" y="1225171"/>
            <a:ext cx="133165" cy="141990"/>
          </a:xfrm>
          <a:prstGeom prst="flowChartConnector">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 2" descr="Une image contenant texte, diagramme, Plan, schématique&#10;&#10;Description générée automatiquement">
            <a:extLst>
              <a:ext uri="{FF2B5EF4-FFF2-40B4-BE49-F238E27FC236}">
                <a16:creationId xmlns:a16="http://schemas.microsoft.com/office/drawing/2014/main" id="{6DA805F4-7B19-0296-5996-855E61F22C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6418" y="763506"/>
            <a:ext cx="8335331" cy="5961355"/>
          </a:xfrm>
          <a:prstGeom prst="rect">
            <a:avLst/>
          </a:prstGeom>
        </p:spPr>
      </p:pic>
    </p:spTree>
    <p:extLst>
      <p:ext uri="{BB962C8B-B14F-4D97-AF65-F5344CB8AC3E}">
        <p14:creationId xmlns:p14="http://schemas.microsoft.com/office/powerpoint/2010/main" val="351615257"/>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anim calcmode="lin" valueType="num">
                                      <p:cBhvr>
                                        <p:cTn id="8" dur="750" fill="hold"/>
                                        <p:tgtEl>
                                          <p:spTgt spid="4"/>
                                        </p:tgtEl>
                                        <p:attrNameLst>
                                          <p:attrName>ppt_x</p:attrName>
                                        </p:attrNameLst>
                                      </p:cBhvr>
                                      <p:tavLst>
                                        <p:tav tm="0">
                                          <p:val>
                                            <p:strVal val="#ppt_x"/>
                                          </p:val>
                                        </p:tav>
                                        <p:tav tm="100000">
                                          <p:val>
                                            <p:strVal val="#ppt_x"/>
                                          </p:val>
                                        </p:tav>
                                      </p:tavLst>
                                    </p:anim>
                                    <p:anim calcmode="lin" valueType="num">
                                      <p:cBhvr>
                                        <p:cTn id="9" dur="75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heel(1)">
                                      <p:cBhvr>
                                        <p:cTn id="14"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EAD93F90-2473-8F66-FD29-EE8EC1081ED4}"/>
              </a:ext>
            </a:extLst>
          </p:cNvPr>
          <p:cNvSpPr txBox="1"/>
          <p:nvPr/>
        </p:nvSpPr>
        <p:spPr>
          <a:xfrm>
            <a:off x="887767" y="363984"/>
            <a:ext cx="8753383" cy="646331"/>
          </a:xfrm>
          <a:prstGeom prst="rect">
            <a:avLst/>
          </a:prstGeom>
          <a:noFill/>
        </p:spPr>
        <p:txBody>
          <a:bodyPr wrap="square" rtlCol="0">
            <a:spAutoFit/>
          </a:bodyPr>
          <a:lstStyle/>
          <a:p>
            <a:r>
              <a:rPr lang="fr-FR" sz="1800" dirty="0">
                <a:solidFill>
                  <a:srgbClr val="FFC000"/>
                </a:solidFill>
                <a:latin typeface="Times New Roman" panose="02020603050405020304" pitchFamily="18" charset="0"/>
                <a:cs typeface="Times New Roman" panose="02020603050405020304" pitchFamily="18" charset="0"/>
              </a:rPr>
              <a:t>Diagramme de sé</a:t>
            </a:r>
            <a:r>
              <a:rPr lang="en-US" sz="1800" dirty="0">
                <a:solidFill>
                  <a:srgbClr val="FFC000"/>
                </a:solidFill>
                <a:latin typeface="Times New Roman" panose="02020603050405020304" pitchFamily="18" charset="0"/>
                <a:cs typeface="Times New Roman" panose="02020603050405020304" pitchFamily="18" charset="0"/>
              </a:rPr>
              <a:t>quence “Authentification” :</a:t>
            </a:r>
          </a:p>
          <a:p>
            <a:endParaRPr lang="en-US" sz="1800" dirty="0">
              <a:solidFill>
                <a:srgbClr val="FFC000"/>
              </a:solidFill>
              <a:latin typeface="Times New Roman" panose="02020603050405020304" pitchFamily="18" charset="0"/>
              <a:cs typeface="Times New Roman" panose="02020603050405020304" pitchFamily="18" charset="0"/>
            </a:endParaRPr>
          </a:p>
        </p:txBody>
      </p:sp>
      <p:pic>
        <p:nvPicPr>
          <p:cNvPr id="5" name="Image 4">
            <a:extLst>
              <a:ext uri="{FF2B5EF4-FFF2-40B4-BE49-F238E27FC236}">
                <a16:creationId xmlns:a16="http://schemas.microsoft.com/office/drawing/2014/main" id="{70E3E7C2-45C4-B035-B398-71E71955F0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3509" y="736848"/>
            <a:ext cx="7844060" cy="6121152"/>
          </a:xfrm>
          <a:prstGeom prst="rect">
            <a:avLst/>
          </a:prstGeom>
        </p:spPr>
      </p:pic>
      <p:sp>
        <p:nvSpPr>
          <p:cNvPr id="2" name="Ellipse 1">
            <a:extLst>
              <a:ext uri="{FF2B5EF4-FFF2-40B4-BE49-F238E27FC236}">
                <a16:creationId xmlns:a16="http://schemas.microsoft.com/office/drawing/2014/main" id="{CCB07CCB-F046-CDB8-5A2B-9B1F0AF26BD6}"/>
              </a:ext>
            </a:extLst>
          </p:cNvPr>
          <p:cNvSpPr/>
          <p:nvPr/>
        </p:nvSpPr>
        <p:spPr>
          <a:xfrm>
            <a:off x="1686757" y="5308847"/>
            <a:ext cx="426128" cy="195308"/>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62637161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anim calcmode="lin" valueType="num">
                                      <p:cBhvr>
                                        <p:cTn id="8" dur="750" fill="hold"/>
                                        <p:tgtEl>
                                          <p:spTgt spid="4"/>
                                        </p:tgtEl>
                                        <p:attrNameLst>
                                          <p:attrName>ppt_x</p:attrName>
                                        </p:attrNameLst>
                                      </p:cBhvr>
                                      <p:tavLst>
                                        <p:tav tm="0">
                                          <p:val>
                                            <p:strVal val="#ppt_x"/>
                                          </p:val>
                                        </p:tav>
                                        <p:tav tm="100000">
                                          <p:val>
                                            <p:strVal val="#ppt_x"/>
                                          </p:val>
                                        </p:tav>
                                      </p:tavLst>
                                    </p:anim>
                                    <p:anim calcmode="lin" valueType="num">
                                      <p:cBhvr>
                                        <p:cTn id="9" dur="75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heel(1)">
                                      <p:cBhvr>
                                        <p:cTn id="14" dur="1000"/>
                                        <p:tgtEl>
                                          <p:spTgt spid="5"/>
                                        </p:tgtEl>
                                      </p:cBhvr>
                                    </p:animEffect>
                                  </p:childTnLst>
                                </p:cTn>
                              </p:par>
                              <p:par>
                                <p:cTn id="15" presetID="42"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1000"/>
                                        <p:tgtEl>
                                          <p:spTgt spid="2"/>
                                        </p:tgtEl>
                                      </p:cBhvr>
                                    </p:animEffect>
                                    <p:anim calcmode="lin" valueType="num">
                                      <p:cBhvr>
                                        <p:cTn id="18" dur="1000" fill="hold"/>
                                        <p:tgtEl>
                                          <p:spTgt spid="2"/>
                                        </p:tgtEl>
                                        <p:attrNameLst>
                                          <p:attrName>ppt_x</p:attrName>
                                        </p:attrNameLst>
                                      </p:cBhvr>
                                      <p:tavLst>
                                        <p:tav tm="0">
                                          <p:val>
                                            <p:strVal val="#ppt_x"/>
                                          </p:val>
                                        </p:tav>
                                        <p:tav tm="100000">
                                          <p:val>
                                            <p:strVal val="#ppt_x"/>
                                          </p:val>
                                        </p:tav>
                                      </p:tavLst>
                                    </p:anim>
                                    <p:anim calcmode="lin" valueType="num">
                                      <p:cBhvr>
                                        <p:cTn id="1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e 3">
            <a:extLst>
              <a:ext uri="{FF2B5EF4-FFF2-40B4-BE49-F238E27FC236}">
                <a16:creationId xmlns:a16="http://schemas.microsoft.com/office/drawing/2014/main" id="{D287BED3-ED1E-7D61-7527-DA9E241A5853}"/>
              </a:ext>
            </a:extLst>
          </p:cNvPr>
          <p:cNvGrpSpPr/>
          <p:nvPr/>
        </p:nvGrpSpPr>
        <p:grpSpPr>
          <a:xfrm>
            <a:off x="3553996" y="119784"/>
            <a:ext cx="9001957" cy="400109"/>
            <a:chOff x="5095196" y="338721"/>
            <a:chExt cx="3560531" cy="199962"/>
          </a:xfrm>
        </p:grpSpPr>
        <p:sp>
          <p:nvSpPr>
            <p:cNvPr id="5" name="ZoneTexte 4">
              <a:extLst>
                <a:ext uri="{FF2B5EF4-FFF2-40B4-BE49-F238E27FC236}">
                  <a16:creationId xmlns:a16="http://schemas.microsoft.com/office/drawing/2014/main" id="{C2A2CDCE-EA62-2C3F-91DE-DA1DBB851886}"/>
                </a:ext>
              </a:extLst>
            </p:cNvPr>
            <p:cNvSpPr txBox="1"/>
            <p:nvPr/>
          </p:nvSpPr>
          <p:spPr>
            <a:xfrm>
              <a:off x="5095196" y="338721"/>
              <a:ext cx="3560531" cy="199962"/>
            </a:xfrm>
            <a:prstGeom prst="rect">
              <a:avLst/>
            </a:prstGeom>
            <a:noFill/>
          </p:spPr>
          <p:txBody>
            <a:bodyPr wrap="square" rtlCol="0" anchor="ctr">
              <a:spAutoFit/>
            </a:bodyPr>
            <a:lstStyle/>
            <a:p>
              <a:r>
                <a:rPr lang="fr-FR" sz="2000" b="1" i="1" dirty="0">
                  <a:solidFill>
                    <a:srgbClr val="002060"/>
                  </a:solidFill>
                  <a:latin typeface="Times New Roman" panose="02020603050405020304" pitchFamily="18" charset="0"/>
                  <a:cs typeface="Times New Roman" panose="02020603050405020304" pitchFamily="18" charset="0"/>
                </a:rPr>
                <a:t>LA MAQUETTE DE PROJET</a:t>
              </a:r>
            </a:p>
          </p:txBody>
        </p:sp>
        <p:cxnSp>
          <p:nvCxnSpPr>
            <p:cNvPr id="6" name="Connecteur droit 5">
              <a:extLst>
                <a:ext uri="{FF2B5EF4-FFF2-40B4-BE49-F238E27FC236}">
                  <a16:creationId xmlns:a16="http://schemas.microsoft.com/office/drawing/2014/main" id="{CFDBBF8B-0E9E-8A19-C461-61FDD22DA2D5}"/>
                </a:ext>
              </a:extLst>
            </p:cNvPr>
            <p:cNvCxnSpPr>
              <a:cxnSpLocks/>
            </p:cNvCxnSpPr>
            <p:nvPr/>
          </p:nvCxnSpPr>
          <p:spPr>
            <a:xfrm>
              <a:off x="5095196" y="538683"/>
              <a:ext cx="1312095" cy="0"/>
            </a:xfrm>
            <a:prstGeom prst="line">
              <a:avLst/>
            </a:prstGeom>
          </p:spPr>
          <p:style>
            <a:lnRef idx="1">
              <a:schemeClr val="dk1"/>
            </a:lnRef>
            <a:fillRef idx="0">
              <a:schemeClr val="dk1"/>
            </a:fillRef>
            <a:effectRef idx="0">
              <a:schemeClr val="dk1"/>
            </a:effectRef>
            <a:fontRef idx="minor">
              <a:schemeClr val="tx1"/>
            </a:fontRef>
          </p:style>
        </p:cxnSp>
      </p:grpSp>
      <p:grpSp>
        <p:nvGrpSpPr>
          <p:cNvPr id="2" name="Groupe 1">
            <a:extLst>
              <a:ext uri="{FF2B5EF4-FFF2-40B4-BE49-F238E27FC236}">
                <a16:creationId xmlns:a16="http://schemas.microsoft.com/office/drawing/2014/main" id="{3F975A65-CE18-4D59-40E6-511E44B60A02}"/>
              </a:ext>
            </a:extLst>
          </p:cNvPr>
          <p:cNvGrpSpPr/>
          <p:nvPr/>
        </p:nvGrpSpPr>
        <p:grpSpPr>
          <a:xfrm>
            <a:off x="1086015" y="1240589"/>
            <a:ext cx="8253282" cy="5097518"/>
            <a:chOff x="1219191" y="973794"/>
            <a:chExt cx="8253282" cy="5097518"/>
          </a:xfrm>
        </p:grpSpPr>
        <p:pic>
          <p:nvPicPr>
            <p:cNvPr id="3" name="Image 2" descr="Une image contenant texte, Appareils électroniques, ordinateur, ordinateur portable&#10;&#10;Description générée automatiquement">
              <a:extLst>
                <a:ext uri="{FF2B5EF4-FFF2-40B4-BE49-F238E27FC236}">
                  <a16:creationId xmlns:a16="http://schemas.microsoft.com/office/drawing/2014/main" id="{B331BCFE-C566-BA64-1E40-CBEF0F9AEA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191" y="1257289"/>
              <a:ext cx="3968319" cy="1366421"/>
            </a:xfrm>
            <a:prstGeom prst="rect">
              <a:avLst/>
            </a:prstGeom>
          </p:spPr>
        </p:pic>
        <p:pic>
          <p:nvPicPr>
            <p:cNvPr id="7" name="Image 6" descr="Une image contenant texte, ordinateur, ordinateur portable, multimédia&#10;&#10;Description générée automatiquement">
              <a:extLst>
                <a:ext uri="{FF2B5EF4-FFF2-40B4-BE49-F238E27FC236}">
                  <a16:creationId xmlns:a16="http://schemas.microsoft.com/office/drawing/2014/main" id="{1A8D71A2-63EB-1BA2-6B41-7F12BE4458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9192" y="2623710"/>
              <a:ext cx="3968319" cy="1366421"/>
            </a:xfrm>
            <a:prstGeom prst="rect">
              <a:avLst/>
            </a:prstGeom>
          </p:spPr>
        </p:pic>
        <p:pic>
          <p:nvPicPr>
            <p:cNvPr id="8" name="Image 7" descr="Une image contenant texte, Appareils électroniques, ordinateur, Périphérique de sortie&#10;&#10;Description générée automatiquement">
              <a:extLst>
                <a:ext uri="{FF2B5EF4-FFF2-40B4-BE49-F238E27FC236}">
                  <a16:creationId xmlns:a16="http://schemas.microsoft.com/office/drawing/2014/main" id="{239362BF-1905-F85D-836E-AFC231604D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19192" y="3990131"/>
              <a:ext cx="3968319" cy="1797499"/>
            </a:xfrm>
            <a:prstGeom prst="rect">
              <a:avLst/>
            </a:prstGeom>
          </p:spPr>
        </p:pic>
        <p:pic>
          <p:nvPicPr>
            <p:cNvPr id="9" name="Image 8" descr="Une image contenant texte, ordinateur, ordinateur portable, Appareils électroniques&#10;&#10;Description générée automatiquement">
              <a:extLst>
                <a:ext uri="{FF2B5EF4-FFF2-40B4-BE49-F238E27FC236}">
                  <a16:creationId xmlns:a16="http://schemas.microsoft.com/office/drawing/2014/main" id="{9B31278D-596D-B21F-1F00-E508EE06DB8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05873" y="973794"/>
              <a:ext cx="3968319" cy="1440466"/>
            </a:xfrm>
            <a:prstGeom prst="rect">
              <a:avLst/>
            </a:prstGeom>
          </p:spPr>
        </p:pic>
        <p:pic>
          <p:nvPicPr>
            <p:cNvPr id="11" name="Image 10" descr="Une image contenant texte, capture d’écran, Police, conception&#10;&#10;Description générée automatiquement">
              <a:extLst>
                <a:ext uri="{FF2B5EF4-FFF2-40B4-BE49-F238E27FC236}">
                  <a16:creationId xmlns:a16="http://schemas.microsoft.com/office/drawing/2014/main" id="{6B9FE910-6D47-F055-2773-6DF1F0A80B1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05873" y="2414261"/>
              <a:ext cx="4166600" cy="3657051"/>
            </a:xfrm>
            <a:prstGeom prst="rect">
              <a:avLst/>
            </a:prstGeom>
          </p:spPr>
        </p:pic>
      </p:grpSp>
      <p:sp>
        <p:nvSpPr>
          <p:cNvPr id="12" name="ZoneTexte 11">
            <a:extLst>
              <a:ext uri="{FF2B5EF4-FFF2-40B4-BE49-F238E27FC236}">
                <a16:creationId xmlns:a16="http://schemas.microsoft.com/office/drawing/2014/main" id="{930F5F7C-DDE5-EE2F-E01A-E71D84E6DC97}"/>
              </a:ext>
            </a:extLst>
          </p:cNvPr>
          <p:cNvSpPr txBox="1"/>
          <p:nvPr/>
        </p:nvSpPr>
        <p:spPr>
          <a:xfrm>
            <a:off x="967666" y="665825"/>
            <a:ext cx="5814874" cy="338554"/>
          </a:xfrm>
          <a:prstGeom prst="rect">
            <a:avLst/>
          </a:prstGeom>
          <a:noFill/>
        </p:spPr>
        <p:txBody>
          <a:bodyPr wrap="square" rtlCol="0">
            <a:spAutoFit/>
          </a:bodyPr>
          <a:lstStyle/>
          <a:p>
            <a:r>
              <a:rPr lang="en-US" sz="1600" b="1" u="sng" dirty="0">
                <a:solidFill>
                  <a:srgbClr val="FF0000"/>
                </a:solidFill>
                <a:latin typeface="Times New Roman" panose="02020603050405020304" pitchFamily="18" charset="0"/>
                <a:cs typeface="Times New Roman" panose="02020603050405020304" pitchFamily="18" charset="0"/>
              </a:rPr>
              <a:t>Page </a:t>
            </a:r>
            <a:r>
              <a:rPr lang="en-US" sz="1600" b="1" u="sng" dirty="0" err="1">
                <a:solidFill>
                  <a:srgbClr val="FF0000"/>
                </a:solidFill>
                <a:latin typeface="Times New Roman" panose="02020603050405020304" pitchFamily="18" charset="0"/>
                <a:cs typeface="Times New Roman" panose="02020603050405020304" pitchFamily="18" charset="0"/>
              </a:rPr>
              <a:t>d’accueil</a:t>
            </a:r>
            <a:r>
              <a:rPr lang="en-US" sz="1600" b="1" u="sng" dirty="0">
                <a:solidFill>
                  <a:srgbClr val="FF0000"/>
                </a:solidFill>
                <a:latin typeface="Times New Roman" panose="02020603050405020304" pitchFamily="18" charset="0"/>
                <a:cs typeface="Times New Roman" panose="02020603050405020304" pitchFamily="18" charset="0"/>
              </a:rPr>
              <a:t> :</a:t>
            </a:r>
            <a:endParaRPr lang="fr-FR" sz="1600" b="1" u="sng"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724782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75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1000"/>
                                        <p:tgtEl>
                                          <p:spTgt spid="2"/>
                                        </p:tgtEl>
                                      </p:cBhvr>
                                    </p:animEffect>
                                    <p:anim calcmode="lin" valueType="num">
                                      <p:cBhvr>
                                        <p:cTn id="18" dur="1000" fill="hold"/>
                                        <p:tgtEl>
                                          <p:spTgt spid="2"/>
                                        </p:tgtEl>
                                        <p:attrNameLst>
                                          <p:attrName>ppt_x</p:attrName>
                                        </p:attrNameLst>
                                      </p:cBhvr>
                                      <p:tavLst>
                                        <p:tav tm="0">
                                          <p:val>
                                            <p:strVal val="#ppt_x"/>
                                          </p:val>
                                        </p:tav>
                                        <p:tav tm="100000">
                                          <p:val>
                                            <p:strVal val="#ppt_x"/>
                                          </p:val>
                                        </p:tav>
                                      </p:tavLst>
                                    </p:anim>
                                    <p:anim calcmode="lin" valueType="num">
                                      <p:cBhvr>
                                        <p:cTn id="1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descr="Une image contenant texte, Police, logiciel, capture d’écran&#10;&#10;Description générée automatiquement">
            <a:extLst>
              <a:ext uri="{FF2B5EF4-FFF2-40B4-BE49-F238E27FC236}">
                <a16:creationId xmlns:a16="http://schemas.microsoft.com/office/drawing/2014/main" id="{DB2DC279-3903-3FCD-D707-6BC0480E77FF}"/>
              </a:ext>
            </a:extLst>
          </p:cNvPr>
          <p:cNvPicPr>
            <a:picLocks noChangeAspect="1"/>
          </p:cNvPicPr>
          <p:nvPr/>
        </p:nvPicPr>
        <p:blipFill rotWithShape="1">
          <a:blip r:embed="rId2">
            <a:extLst>
              <a:ext uri="{28A0092B-C50C-407E-A947-70E740481C1C}">
                <a14:useLocalDpi xmlns:a14="http://schemas.microsoft.com/office/drawing/2010/main" val="0"/>
              </a:ext>
            </a:extLst>
          </a:blip>
          <a:srcRect r="1672"/>
          <a:stretch/>
        </p:blipFill>
        <p:spPr bwMode="auto">
          <a:xfrm>
            <a:off x="2747822" y="243414"/>
            <a:ext cx="4810340" cy="1077472"/>
          </a:xfrm>
          <a:prstGeom prst="rect">
            <a:avLst/>
          </a:prstGeom>
          <a:ln>
            <a:noFill/>
          </a:ln>
          <a:extLst>
            <a:ext uri="{53640926-AAD7-44D8-BBD7-CCE9431645EC}">
              <a14:shadowObscured xmlns:a14="http://schemas.microsoft.com/office/drawing/2010/main"/>
            </a:ext>
          </a:extLst>
        </p:spPr>
      </p:pic>
      <p:pic>
        <p:nvPicPr>
          <p:cNvPr id="5" name="Image 4" descr="Une image contenant texte, capture d’écran, Police&#10;&#10;Description générée automatiquement">
            <a:extLst>
              <a:ext uri="{FF2B5EF4-FFF2-40B4-BE49-F238E27FC236}">
                <a16:creationId xmlns:a16="http://schemas.microsoft.com/office/drawing/2014/main" id="{6DE6E5B2-D66C-9574-D2A9-55F73CC337D2}"/>
              </a:ext>
            </a:extLst>
          </p:cNvPr>
          <p:cNvPicPr>
            <a:picLocks noChangeAspect="1"/>
          </p:cNvPicPr>
          <p:nvPr/>
        </p:nvPicPr>
        <p:blipFill rotWithShape="1">
          <a:blip r:embed="rId3">
            <a:extLst>
              <a:ext uri="{28A0092B-C50C-407E-A947-70E740481C1C}">
                <a14:useLocalDpi xmlns:a14="http://schemas.microsoft.com/office/drawing/2010/main" val="0"/>
              </a:ext>
            </a:extLst>
          </a:blip>
          <a:srcRect t="4530" r="1959"/>
          <a:stretch/>
        </p:blipFill>
        <p:spPr bwMode="auto">
          <a:xfrm>
            <a:off x="4561781" y="1824669"/>
            <a:ext cx="2140585" cy="1336675"/>
          </a:xfrm>
          <a:prstGeom prst="rect">
            <a:avLst/>
          </a:prstGeom>
          <a:ln>
            <a:noFill/>
          </a:ln>
          <a:extLst>
            <a:ext uri="{53640926-AAD7-44D8-BBD7-CCE9431645EC}">
              <a14:shadowObscured xmlns:a14="http://schemas.microsoft.com/office/drawing/2010/main"/>
            </a:ext>
          </a:extLst>
        </p:spPr>
      </p:pic>
      <p:pic>
        <p:nvPicPr>
          <p:cNvPr id="6" name="Image 5" descr="Une image contenant texte, capture d’écran, Police, logiciel&#10;&#10;Description générée automatiquement">
            <a:extLst>
              <a:ext uri="{FF2B5EF4-FFF2-40B4-BE49-F238E27FC236}">
                <a16:creationId xmlns:a16="http://schemas.microsoft.com/office/drawing/2014/main" id="{FDDD42CD-5724-1730-F794-E3AC49ADB12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82850" y="2493007"/>
            <a:ext cx="1052830" cy="1632585"/>
          </a:xfrm>
          <a:prstGeom prst="rect">
            <a:avLst/>
          </a:prstGeom>
        </p:spPr>
      </p:pic>
      <p:pic>
        <p:nvPicPr>
          <p:cNvPr id="7" name="Image 6" descr="Une image contenant texte, capture d’écran, logiciel, Page web&#10;&#10;Description générée automatiquement">
            <a:extLst>
              <a:ext uri="{FF2B5EF4-FFF2-40B4-BE49-F238E27FC236}">
                <a16:creationId xmlns:a16="http://schemas.microsoft.com/office/drawing/2014/main" id="{83A77D52-AA81-9426-1C07-496371C4FB8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95999" y="3696657"/>
            <a:ext cx="1534795" cy="1864360"/>
          </a:xfrm>
          <a:prstGeom prst="rect">
            <a:avLst/>
          </a:prstGeom>
        </p:spPr>
      </p:pic>
      <p:pic>
        <p:nvPicPr>
          <p:cNvPr id="9" name="Image 8" descr="Une image contenant texte, capture d’écran, logiciel, Page web&#10;&#10;Description générée automatiquement">
            <a:extLst>
              <a:ext uri="{FF2B5EF4-FFF2-40B4-BE49-F238E27FC236}">
                <a16:creationId xmlns:a16="http://schemas.microsoft.com/office/drawing/2014/main" id="{83419795-0F44-A09A-46CF-FD86275C223E}"/>
              </a:ext>
            </a:extLst>
          </p:cNvPr>
          <p:cNvPicPr>
            <a:picLocks noChangeAspect="1"/>
          </p:cNvPicPr>
          <p:nvPr/>
        </p:nvPicPr>
        <p:blipFill>
          <a:blip r:embed="rId6"/>
          <a:stretch>
            <a:fillRect/>
          </a:stretch>
        </p:blipFill>
        <p:spPr>
          <a:xfrm>
            <a:off x="8788194" y="371110"/>
            <a:ext cx="3116108" cy="2907118"/>
          </a:xfrm>
          <a:prstGeom prst="rect">
            <a:avLst/>
          </a:prstGeom>
        </p:spPr>
      </p:pic>
      <p:pic>
        <p:nvPicPr>
          <p:cNvPr id="10" name="Image 9" descr="Une image contenant texte, capture d’écran, logiciel, Page web&#10;&#10;Description générée automatiquement">
            <a:extLst>
              <a:ext uri="{FF2B5EF4-FFF2-40B4-BE49-F238E27FC236}">
                <a16:creationId xmlns:a16="http://schemas.microsoft.com/office/drawing/2014/main" id="{7C312692-1CE1-8A48-547C-A97C8537F59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186835" y="3501205"/>
            <a:ext cx="2880677" cy="3356795"/>
          </a:xfrm>
          <a:prstGeom prst="rect">
            <a:avLst/>
          </a:prstGeom>
        </p:spPr>
      </p:pic>
      <p:cxnSp>
        <p:nvCxnSpPr>
          <p:cNvPr id="12" name="Connecteur : en arc 11">
            <a:extLst>
              <a:ext uri="{FF2B5EF4-FFF2-40B4-BE49-F238E27FC236}">
                <a16:creationId xmlns:a16="http://schemas.microsoft.com/office/drawing/2014/main" id="{CEDE9277-935F-6D64-89B5-2EDE0DD51BFE}"/>
              </a:ext>
            </a:extLst>
          </p:cNvPr>
          <p:cNvCxnSpPr>
            <a:cxnSpLocks/>
          </p:cNvCxnSpPr>
          <p:nvPr/>
        </p:nvCxnSpPr>
        <p:spPr>
          <a:xfrm>
            <a:off x="7186835" y="822147"/>
            <a:ext cx="2383293" cy="1183252"/>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6" name="Connecteur : en arc 15">
            <a:extLst>
              <a:ext uri="{FF2B5EF4-FFF2-40B4-BE49-F238E27FC236}">
                <a16:creationId xmlns:a16="http://schemas.microsoft.com/office/drawing/2014/main" id="{25F97FD0-4873-8D67-C241-AE05E790A88B}"/>
              </a:ext>
            </a:extLst>
          </p:cNvPr>
          <p:cNvCxnSpPr>
            <a:cxnSpLocks/>
          </p:cNvCxnSpPr>
          <p:nvPr/>
        </p:nvCxnSpPr>
        <p:spPr>
          <a:xfrm rot="16200000" flipH="1">
            <a:off x="5974003" y="1819253"/>
            <a:ext cx="3410362" cy="1704513"/>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19" name="Connecteur : en arc 18">
            <a:extLst>
              <a:ext uri="{FF2B5EF4-FFF2-40B4-BE49-F238E27FC236}">
                <a16:creationId xmlns:a16="http://schemas.microsoft.com/office/drawing/2014/main" id="{A1EA8C0D-B21A-BF1B-24AE-571D030447C9}"/>
              </a:ext>
            </a:extLst>
          </p:cNvPr>
          <p:cNvCxnSpPr>
            <a:endCxn id="5" idx="0"/>
          </p:cNvCxnSpPr>
          <p:nvPr/>
        </p:nvCxnSpPr>
        <p:spPr>
          <a:xfrm rot="5400000">
            <a:off x="5483757" y="980296"/>
            <a:ext cx="992690" cy="696056"/>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20" name="Connecteur : en arc 19">
            <a:extLst>
              <a:ext uri="{FF2B5EF4-FFF2-40B4-BE49-F238E27FC236}">
                <a16:creationId xmlns:a16="http://schemas.microsoft.com/office/drawing/2014/main" id="{3BB038B0-BB24-2064-AD64-21DDA437A9B3}"/>
              </a:ext>
            </a:extLst>
          </p:cNvPr>
          <p:cNvCxnSpPr/>
          <p:nvPr/>
        </p:nvCxnSpPr>
        <p:spPr>
          <a:xfrm rot="5400000">
            <a:off x="5100674" y="3153177"/>
            <a:ext cx="992690" cy="696056"/>
          </a:xfrm>
          <a:prstGeom prst="curvedConnector3">
            <a:avLst>
              <a:gd name="adj1" fmla="val 54472"/>
            </a:avLst>
          </a:prstGeom>
          <a:ln>
            <a:tailEnd type="triangle"/>
          </a:ln>
        </p:spPr>
        <p:style>
          <a:lnRef idx="1">
            <a:schemeClr val="dk1"/>
          </a:lnRef>
          <a:fillRef idx="0">
            <a:schemeClr val="dk1"/>
          </a:fillRef>
          <a:effectRef idx="0">
            <a:schemeClr val="dk1"/>
          </a:effectRef>
          <a:fontRef idx="minor">
            <a:schemeClr val="tx1"/>
          </a:fontRef>
        </p:style>
      </p:cxnSp>
      <p:cxnSp>
        <p:nvCxnSpPr>
          <p:cNvPr id="22" name="Connecteur : en arc 21">
            <a:extLst>
              <a:ext uri="{FF2B5EF4-FFF2-40B4-BE49-F238E27FC236}">
                <a16:creationId xmlns:a16="http://schemas.microsoft.com/office/drawing/2014/main" id="{F6BAB671-2446-0E9B-4CE4-6B5ED61A8CAF}"/>
              </a:ext>
            </a:extLst>
          </p:cNvPr>
          <p:cNvCxnSpPr>
            <a:cxnSpLocks/>
          </p:cNvCxnSpPr>
          <p:nvPr/>
        </p:nvCxnSpPr>
        <p:spPr>
          <a:xfrm rot="5400000">
            <a:off x="1865211" y="1672379"/>
            <a:ext cx="1592429" cy="904319"/>
          </a:xfrm>
          <a:prstGeom prst="curvedConnector3">
            <a:avLst/>
          </a:prstGeom>
          <a:ln>
            <a:tailEnd type="triangle"/>
          </a:ln>
        </p:spPr>
        <p:style>
          <a:lnRef idx="1">
            <a:schemeClr val="dk1"/>
          </a:lnRef>
          <a:fillRef idx="0">
            <a:schemeClr val="dk1"/>
          </a:fillRef>
          <a:effectRef idx="0">
            <a:schemeClr val="dk1"/>
          </a:effectRef>
          <a:fontRef idx="minor">
            <a:schemeClr val="tx1"/>
          </a:fontRef>
        </p:style>
      </p:cxnSp>
      <p:sp>
        <p:nvSpPr>
          <p:cNvPr id="24" name="Zone de texte 4">
            <a:extLst>
              <a:ext uri="{FF2B5EF4-FFF2-40B4-BE49-F238E27FC236}">
                <a16:creationId xmlns:a16="http://schemas.microsoft.com/office/drawing/2014/main" id="{C7B497D4-2676-D29A-5628-65EE59DE2178}"/>
              </a:ext>
            </a:extLst>
          </p:cNvPr>
          <p:cNvSpPr txBox="1">
            <a:spLocks/>
          </p:cNvSpPr>
          <p:nvPr/>
        </p:nvSpPr>
        <p:spPr>
          <a:xfrm>
            <a:off x="1184053" y="1744490"/>
            <a:ext cx="1255395" cy="76009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fr-FR" sz="1200" b="1"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rPr>
              <a:t>Menu contient des catégories de produits:</a:t>
            </a:r>
            <a:endParaRPr lang="fr-FR" sz="1100" b="1"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25" name="Zone de texte 5">
            <a:extLst>
              <a:ext uri="{FF2B5EF4-FFF2-40B4-BE49-F238E27FC236}">
                <a16:creationId xmlns:a16="http://schemas.microsoft.com/office/drawing/2014/main" id="{4F948B11-FE84-E33A-764D-1B6A03A7C1F1}"/>
              </a:ext>
            </a:extLst>
          </p:cNvPr>
          <p:cNvSpPr txBox="1">
            <a:spLocks/>
          </p:cNvSpPr>
          <p:nvPr/>
        </p:nvSpPr>
        <p:spPr>
          <a:xfrm>
            <a:off x="3701465" y="1423605"/>
            <a:ext cx="1890899" cy="51625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fr-FR" sz="1200" b="1" dirty="0">
                <a:solidFill>
                  <a:srgbClr val="FF0000"/>
                </a:solidFill>
                <a:effectLst/>
                <a:latin typeface="Times New Roman" panose="02020603050405020304" pitchFamily="18" charset="0"/>
                <a:ea typeface="Calibri" panose="020F0502020204030204" pitchFamily="34" charset="0"/>
                <a:cs typeface="Arial" panose="020B0604020202020204" pitchFamily="34" charset="0"/>
              </a:rPr>
              <a:t>La page de connexion:  </a:t>
            </a:r>
            <a:endParaRPr lang="fr-FR" sz="1100" b="1" dirty="0">
              <a:solidFill>
                <a:srgbClr val="FF0000"/>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26" name="Zone de texte 3">
            <a:extLst>
              <a:ext uri="{FF2B5EF4-FFF2-40B4-BE49-F238E27FC236}">
                <a16:creationId xmlns:a16="http://schemas.microsoft.com/office/drawing/2014/main" id="{A5CB760C-A59B-8B13-C31F-09AEEE459774}"/>
              </a:ext>
            </a:extLst>
          </p:cNvPr>
          <p:cNvSpPr txBox="1">
            <a:spLocks/>
          </p:cNvSpPr>
          <p:nvPr/>
        </p:nvSpPr>
        <p:spPr>
          <a:xfrm>
            <a:off x="4099866" y="3309299"/>
            <a:ext cx="1597025" cy="51625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fr-FR" sz="1200" b="1" dirty="0" err="1">
                <a:solidFill>
                  <a:srgbClr val="FF0000"/>
                </a:solidFill>
                <a:latin typeface="Times New Roman" panose="02020603050405020304" pitchFamily="18" charset="0"/>
                <a:cs typeface="Arial" panose="020B0604020202020204" pitchFamily="34" charset="0"/>
              </a:rPr>
              <a:t>Sign</a:t>
            </a:r>
            <a:r>
              <a:rPr lang="fr-FR" sz="1200" b="1" dirty="0">
                <a:solidFill>
                  <a:srgbClr val="FF0000"/>
                </a:solidFill>
                <a:latin typeface="Times New Roman" panose="02020603050405020304" pitchFamily="18" charset="0"/>
                <a:cs typeface="Arial" panose="020B0604020202020204" pitchFamily="34" charset="0"/>
              </a:rPr>
              <a:t> up page:  </a:t>
            </a:r>
          </a:p>
        </p:txBody>
      </p:sp>
      <p:sp>
        <p:nvSpPr>
          <p:cNvPr id="27" name="Zone de texte 3">
            <a:extLst>
              <a:ext uri="{FF2B5EF4-FFF2-40B4-BE49-F238E27FC236}">
                <a16:creationId xmlns:a16="http://schemas.microsoft.com/office/drawing/2014/main" id="{5112407B-A925-13F5-D620-AE7BC2D53EEC}"/>
              </a:ext>
            </a:extLst>
          </p:cNvPr>
          <p:cNvSpPr txBox="1">
            <a:spLocks/>
          </p:cNvSpPr>
          <p:nvPr/>
        </p:nvSpPr>
        <p:spPr>
          <a:xfrm>
            <a:off x="7579968" y="80457"/>
            <a:ext cx="1597025" cy="51625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fr-FR" sz="1200" b="1" dirty="0">
                <a:solidFill>
                  <a:srgbClr val="FF0000"/>
                </a:solidFill>
                <a:latin typeface="Times New Roman" panose="02020603050405020304" pitchFamily="18" charset="0"/>
                <a:cs typeface="Arial" panose="020B0604020202020204" pitchFamily="34" charset="0"/>
              </a:rPr>
              <a:t>La page ajouter au panier :  </a:t>
            </a:r>
          </a:p>
        </p:txBody>
      </p:sp>
      <p:sp>
        <p:nvSpPr>
          <p:cNvPr id="30" name="Zone de texte 3">
            <a:extLst>
              <a:ext uri="{FF2B5EF4-FFF2-40B4-BE49-F238E27FC236}">
                <a16:creationId xmlns:a16="http://schemas.microsoft.com/office/drawing/2014/main" id="{6E553918-D4F7-1510-8A3A-C8B2D64CCAD8}"/>
              </a:ext>
            </a:extLst>
          </p:cNvPr>
          <p:cNvSpPr txBox="1">
            <a:spLocks/>
          </p:cNvSpPr>
          <p:nvPr/>
        </p:nvSpPr>
        <p:spPr>
          <a:xfrm>
            <a:off x="6747507" y="3170872"/>
            <a:ext cx="1597025" cy="516255"/>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lnSpc>
                <a:spcPct val="107000"/>
              </a:lnSpc>
              <a:spcAft>
                <a:spcPts val="800"/>
              </a:spcAft>
            </a:pPr>
            <a:r>
              <a:rPr lang="fr-FR" sz="1200" b="1" dirty="0">
                <a:solidFill>
                  <a:srgbClr val="FF0000"/>
                </a:solidFill>
                <a:latin typeface="Times New Roman" panose="02020603050405020304" pitchFamily="18" charset="0"/>
                <a:cs typeface="Arial" panose="020B0604020202020204" pitchFamily="34" charset="0"/>
              </a:rPr>
              <a:t>La page des favoris:</a:t>
            </a:r>
          </a:p>
        </p:txBody>
      </p:sp>
    </p:spTree>
    <p:extLst>
      <p:ext uri="{BB962C8B-B14F-4D97-AF65-F5344CB8AC3E}">
        <p14:creationId xmlns:p14="http://schemas.microsoft.com/office/powerpoint/2010/main" val="1297888312"/>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anim calcmode="lin" valueType="num">
                                      <p:cBhvr>
                                        <p:cTn id="8" dur="750" fill="hold"/>
                                        <p:tgtEl>
                                          <p:spTgt spid="4"/>
                                        </p:tgtEl>
                                        <p:attrNameLst>
                                          <p:attrName>ppt_x</p:attrName>
                                        </p:attrNameLst>
                                      </p:cBhvr>
                                      <p:tavLst>
                                        <p:tav tm="0">
                                          <p:val>
                                            <p:strVal val="#ppt_x"/>
                                          </p:val>
                                        </p:tav>
                                        <p:tav tm="100000">
                                          <p:val>
                                            <p:strVal val="#ppt_x"/>
                                          </p:val>
                                        </p:tav>
                                      </p:tavLst>
                                    </p:anim>
                                    <p:anim calcmode="lin" valueType="num">
                                      <p:cBhvr>
                                        <p:cTn id="9" dur="75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750"/>
                                        <p:tgtEl>
                                          <p:spTgt spid="24"/>
                                        </p:tgtEl>
                                      </p:cBhvr>
                                    </p:animEffect>
                                    <p:anim calcmode="lin" valueType="num">
                                      <p:cBhvr>
                                        <p:cTn id="15" dur="750" fill="hold"/>
                                        <p:tgtEl>
                                          <p:spTgt spid="24"/>
                                        </p:tgtEl>
                                        <p:attrNameLst>
                                          <p:attrName>ppt_x</p:attrName>
                                        </p:attrNameLst>
                                      </p:cBhvr>
                                      <p:tavLst>
                                        <p:tav tm="0">
                                          <p:val>
                                            <p:strVal val="#ppt_x"/>
                                          </p:val>
                                        </p:tav>
                                        <p:tav tm="100000">
                                          <p:val>
                                            <p:strVal val="#ppt_x"/>
                                          </p:val>
                                        </p:tav>
                                      </p:tavLst>
                                    </p:anim>
                                    <p:anim calcmode="lin" valueType="num">
                                      <p:cBhvr>
                                        <p:cTn id="16" dur="750" fill="hold"/>
                                        <p:tgtEl>
                                          <p:spTgt spid="24"/>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6" presetClass="entr" presetSubtype="0" fill="hold" nodeType="click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wipe(down)">
                                      <p:cBhvr>
                                        <p:cTn id="26" dur="290">
                                          <p:stCondLst>
                                            <p:cond delay="0"/>
                                          </p:stCondLst>
                                        </p:cTn>
                                        <p:tgtEl>
                                          <p:spTgt spid="22"/>
                                        </p:tgtEl>
                                      </p:cBhvr>
                                    </p:animEffect>
                                    <p:anim calcmode="lin" valueType="num">
                                      <p:cBhvr>
                                        <p:cTn id="27" dur="911" tmFilter="0,0; 0.14,0.36; 0.43,0.73; 0.71,0.91; 1.0,1.0">
                                          <p:stCondLst>
                                            <p:cond delay="0"/>
                                          </p:stCondLst>
                                        </p:cTn>
                                        <p:tgtEl>
                                          <p:spTgt spid="22"/>
                                        </p:tgtEl>
                                        <p:attrNameLst>
                                          <p:attrName>ppt_x</p:attrName>
                                        </p:attrNameLst>
                                      </p:cBhvr>
                                      <p:tavLst>
                                        <p:tav tm="0">
                                          <p:val>
                                            <p:strVal val="#ppt_x-0.25"/>
                                          </p:val>
                                        </p:tav>
                                        <p:tav tm="100000">
                                          <p:val>
                                            <p:strVal val="#ppt_x"/>
                                          </p:val>
                                        </p:tav>
                                      </p:tavLst>
                                    </p:anim>
                                    <p:anim calcmode="lin" valueType="num">
                                      <p:cBhvr>
                                        <p:cTn id="28" dur="332" tmFilter="0.0,0.0; 0.25,0.07; 0.50,0.2; 0.75,0.467; 1.0,1.0">
                                          <p:stCondLst>
                                            <p:cond delay="0"/>
                                          </p:stCondLst>
                                        </p:cTn>
                                        <p:tgtEl>
                                          <p:spTgt spid="22"/>
                                        </p:tgtEl>
                                        <p:attrNameLst>
                                          <p:attrName>ppt_y</p:attrName>
                                        </p:attrNameLst>
                                      </p:cBhvr>
                                      <p:tavLst>
                                        <p:tav tm="0" fmla="#ppt_y-sin(pi*$)/3">
                                          <p:val>
                                            <p:fltVal val="0.5"/>
                                          </p:val>
                                        </p:tav>
                                        <p:tav tm="100000">
                                          <p:val>
                                            <p:fltVal val="1"/>
                                          </p:val>
                                        </p:tav>
                                      </p:tavLst>
                                    </p:anim>
                                    <p:anim calcmode="lin" valueType="num">
                                      <p:cBhvr>
                                        <p:cTn id="29" dur="332" tmFilter="0, 0; 0.125,0.2665; 0.25,0.4; 0.375,0.465; 0.5,0.5;  0.625,0.535; 0.75,0.6; 0.875,0.7335; 1,1">
                                          <p:stCondLst>
                                            <p:cond delay="332"/>
                                          </p:stCondLst>
                                        </p:cTn>
                                        <p:tgtEl>
                                          <p:spTgt spid="22"/>
                                        </p:tgtEl>
                                        <p:attrNameLst>
                                          <p:attrName>ppt_y</p:attrName>
                                        </p:attrNameLst>
                                      </p:cBhvr>
                                      <p:tavLst>
                                        <p:tav tm="0" fmla="#ppt_y-sin(pi*$)/9">
                                          <p:val>
                                            <p:fltVal val="0"/>
                                          </p:val>
                                        </p:tav>
                                        <p:tav tm="100000">
                                          <p:val>
                                            <p:fltVal val="1"/>
                                          </p:val>
                                        </p:tav>
                                      </p:tavLst>
                                    </p:anim>
                                    <p:anim calcmode="lin" valueType="num">
                                      <p:cBhvr>
                                        <p:cTn id="30" dur="166" tmFilter="0, 0; 0.125,0.2665; 0.25,0.4; 0.375,0.465; 0.5,0.5;  0.625,0.535; 0.75,0.6; 0.875,0.7335; 1,1">
                                          <p:stCondLst>
                                            <p:cond delay="662"/>
                                          </p:stCondLst>
                                        </p:cTn>
                                        <p:tgtEl>
                                          <p:spTgt spid="22"/>
                                        </p:tgtEl>
                                        <p:attrNameLst>
                                          <p:attrName>ppt_y</p:attrName>
                                        </p:attrNameLst>
                                      </p:cBhvr>
                                      <p:tavLst>
                                        <p:tav tm="0" fmla="#ppt_y-sin(pi*$)/27">
                                          <p:val>
                                            <p:fltVal val="0"/>
                                          </p:val>
                                        </p:tav>
                                        <p:tav tm="100000">
                                          <p:val>
                                            <p:fltVal val="1"/>
                                          </p:val>
                                        </p:tav>
                                      </p:tavLst>
                                    </p:anim>
                                    <p:anim calcmode="lin" valueType="num">
                                      <p:cBhvr>
                                        <p:cTn id="31" dur="82" tmFilter="0, 0; 0.125,0.2665; 0.25,0.4; 0.375,0.465; 0.5,0.5;  0.625,0.535; 0.75,0.6; 0.875,0.7335; 1,1">
                                          <p:stCondLst>
                                            <p:cond delay="828"/>
                                          </p:stCondLst>
                                        </p:cTn>
                                        <p:tgtEl>
                                          <p:spTgt spid="22"/>
                                        </p:tgtEl>
                                        <p:attrNameLst>
                                          <p:attrName>ppt_y</p:attrName>
                                        </p:attrNameLst>
                                      </p:cBhvr>
                                      <p:tavLst>
                                        <p:tav tm="0" fmla="#ppt_y-sin(pi*$)/81">
                                          <p:val>
                                            <p:fltVal val="0"/>
                                          </p:val>
                                        </p:tav>
                                        <p:tav tm="100000">
                                          <p:val>
                                            <p:fltVal val="1"/>
                                          </p:val>
                                        </p:tav>
                                      </p:tavLst>
                                    </p:anim>
                                    <p:animScale>
                                      <p:cBhvr>
                                        <p:cTn id="32" dur="13">
                                          <p:stCondLst>
                                            <p:cond delay="325"/>
                                          </p:stCondLst>
                                        </p:cTn>
                                        <p:tgtEl>
                                          <p:spTgt spid="22"/>
                                        </p:tgtEl>
                                      </p:cBhvr>
                                      <p:to x="100000" y="60000"/>
                                    </p:animScale>
                                    <p:animScale>
                                      <p:cBhvr>
                                        <p:cTn id="33" dur="83" decel="50000">
                                          <p:stCondLst>
                                            <p:cond delay="338"/>
                                          </p:stCondLst>
                                        </p:cTn>
                                        <p:tgtEl>
                                          <p:spTgt spid="22"/>
                                        </p:tgtEl>
                                      </p:cBhvr>
                                      <p:to x="100000" y="100000"/>
                                    </p:animScale>
                                    <p:animScale>
                                      <p:cBhvr>
                                        <p:cTn id="34" dur="13">
                                          <p:stCondLst>
                                            <p:cond delay="656"/>
                                          </p:stCondLst>
                                        </p:cTn>
                                        <p:tgtEl>
                                          <p:spTgt spid="22"/>
                                        </p:tgtEl>
                                      </p:cBhvr>
                                      <p:to x="100000" y="80000"/>
                                    </p:animScale>
                                    <p:animScale>
                                      <p:cBhvr>
                                        <p:cTn id="35" dur="83" decel="50000">
                                          <p:stCondLst>
                                            <p:cond delay="669"/>
                                          </p:stCondLst>
                                        </p:cTn>
                                        <p:tgtEl>
                                          <p:spTgt spid="22"/>
                                        </p:tgtEl>
                                      </p:cBhvr>
                                      <p:to x="100000" y="100000"/>
                                    </p:animScale>
                                    <p:animScale>
                                      <p:cBhvr>
                                        <p:cTn id="36" dur="13">
                                          <p:stCondLst>
                                            <p:cond delay="821"/>
                                          </p:stCondLst>
                                        </p:cTn>
                                        <p:tgtEl>
                                          <p:spTgt spid="22"/>
                                        </p:tgtEl>
                                      </p:cBhvr>
                                      <p:to x="100000" y="90000"/>
                                    </p:animScale>
                                    <p:animScale>
                                      <p:cBhvr>
                                        <p:cTn id="37" dur="83" decel="50000">
                                          <p:stCondLst>
                                            <p:cond delay="834"/>
                                          </p:stCondLst>
                                        </p:cTn>
                                        <p:tgtEl>
                                          <p:spTgt spid="22"/>
                                        </p:tgtEl>
                                      </p:cBhvr>
                                      <p:to x="100000" y="100000"/>
                                    </p:animScale>
                                    <p:animScale>
                                      <p:cBhvr>
                                        <p:cTn id="38" dur="13">
                                          <p:stCondLst>
                                            <p:cond delay="904"/>
                                          </p:stCondLst>
                                        </p:cTn>
                                        <p:tgtEl>
                                          <p:spTgt spid="22"/>
                                        </p:tgtEl>
                                      </p:cBhvr>
                                      <p:to x="100000" y="95000"/>
                                    </p:animScale>
                                    <p:animScale>
                                      <p:cBhvr>
                                        <p:cTn id="39" dur="83" decel="50000">
                                          <p:stCondLst>
                                            <p:cond delay="917"/>
                                          </p:stCondLst>
                                        </p:cTn>
                                        <p:tgtEl>
                                          <p:spTgt spid="22"/>
                                        </p:tgtEl>
                                      </p:cBhvr>
                                      <p:to x="100000" y="100000"/>
                                    </p:animScale>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fade">
                                      <p:cBhvr>
                                        <p:cTn id="44" dur="750"/>
                                        <p:tgtEl>
                                          <p:spTgt spid="25"/>
                                        </p:tgtEl>
                                      </p:cBhvr>
                                    </p:animEffect>
                                    <p:anim calcmode="lin" valueType="num">
                                      <p:cBhvr>
                                        <p:cTn id="45" dur="750" fill="hold"/>
                                        <p:tgtEl>
                                          <p:spTgt spid="25"/>
                                        </p:tgtEl>
                                        <p:attrNameLst>
                                          <p:attrName>ppt_x</p:attrName>
                                        </p:attrNameLst>
                                      </p:cBhvr>
                                      <p:tavLst>
                                        <p:tav tm="0">
                                          <p:val>
                                            <p:strVal val="#ppt_x"/>
                                          </p:val>
                                        </p:tav>
                                        <p:tav tm="100000">
                                          <p:val>
                                            <p:strVal val="#ppt_x"/>
                                          </p:val>
                                        </p:tav>
                                      </p:tavLst>
                                    </p:anim>
                                    <p:anim calcmode="lin" valueType="num">
                                      <p:cBhvr>
                                        <p:cTn id="46" dur="750" fill="hold"/>
                                        <p:tgtEl>
                                          <p:spTgt spid="25"/>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5"/>
                                        </p:tgtEl>
                                        <p:attrNameLst>
                                          <p:attrName>style.visibility</p:attrName>
                                        </p:attrNameLst>
                                      </p:cBhvr>
                                      <p:to>
                                        <p:strVal val="visible"/>
                                      </p:to>
                                    </p:set>
                                    <p:animEffect transition="in" filter="fade">
                                      <p:cBhvr>
                                        <p:cTn id="49" dur="1000"/>
                                        <p:tgtEl>
                                          <p:spTgt spid="5"/>
                                        </p:tgtEl>
                                      </p:cBhvr>
                                    </p:animEffect>
                                    <p:anim calcmode="lin" valueType="num">
                                      <p:cBhvr>
                                        <p:cTn id="50" dur="1000" fill="hold"/>
                                        <p:tgtEl>
                                          <p:spTgt spid="5"/>
                                        </p:tgtEl>
                                        <p:attrNameLst>
                                          <p:attrName>ppt_x</p:attrName>
                                        </p:attrNameLst>
                                      </p:cBhvr>
                                      <p:tavLst>
                                        <p:tav tm="0">
                                          <p:val>
                                            <p:strVal val="#ppt_x"/>
                                          </p:val>
                                        </p:tav>
                                        <p:tav tm="100000">
                                          <p:val>
                                            <p:strVal val="#ppt_x"/>
                                          </p:val>
                                        </p:tav>
                                      </p:tavLst>
                                    </p:anim>
                                    <p:anim calcmode="lin" valueType="num">
                                      <p:cBhvr>
                                        <p:cTn id="5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6" presetClass="entr" presetSubtype="0" fill="hold" nodeType="click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wipe(down)">
                                      <p:cBhvr>
                                        <p:cTn id="56" dur="290">
                                          <p:stCondLst>
                                            <p:cond delay="0"/>
                                          </p:stCondLst>
                                        </p:cTn>
                                        <p:tgtEl>
                                          <p:spTgt spid="19"/>
                                        </p:tgtEl>
                                      </p:cBhvr>
                                    </p:animEffect>
                                    <p:anim calcmode="lin" valueType="num">
                                      <p:cBhvr>
                                        <p:cTn id="57" dur="911" tmFilter="0,0; 0.14,0.36; 0.43,0.73; 0.71,0.91; 1.0,1.0">
                                          <p:stCondLst>
                                            <p:cond delay="0"/>
                                          </p:stCondLst>
                                        </p:cTn>
                                        <p:tgtEl>
                                          <p:spTgt spid="19"/>
                                        </p:tgtEl>
                                        <p:attrNameLst>
                                          <p:attrName>ppt_x</p:attrName>
                                        </p:attrNameLst>
                                      </p:cBhvr>
                                      <p:tavLst>
                                        <p:tav tm="0">
                                          <p:val>
                                            <p:strVal val="#ppt_x-0.25"/>
                                          </p:val>
                                        </p:tav>
                                        <p:tav tm="100000">
                                          <p:val>
                                            <p:strVal val="#ppt_x"/>
                                          </p:val>
                                        </p:tav>
                                      </p:tavLst>
                                    </p:anim>
                                    <p:anim calcmode="lin" valueType="num">
                                      <p:cBhvr>
                                        <p:cTn id="58" dur="332" tmFilter="0.0,0.0; 0.25,0.07; 0.50,0.2; 0.75,0.467; 1.0,1.0">
                                          <p:stCondLst>
                                            <p:cond delay="0"/>
                                          </p:stCondLst>
                                        </p:cTn>
                                        <p:tgtEl>
                                          <p:spTgt spid="19"/>
                                        </p:tgtEl>
                                        <p:attrNameLst>
                                          <p:attrName>ppt_y</p:attrName>
                                        </p:attrNameLst>
                                      </p:cBhvr>
                                      <p:tavLst>
                                        <p:tav tm="0" fmla="#ppt_y-sin(pi*$)/3">
                                          <p:val>
                                            <p:fltVal val="0.5"/>
                                          </p:val>
                                        </p:tav>
                                        <p:tav tm="100000">
                                          <p:val>
                                            <p:fltVal val="1"/>
                                          </p:val>
                                        </p:tav>
                                      </p:tavLst>
                                    </p:anim>
                                    <p:anim calcmode="lin" valueType="num">
                                      <p:cBhvr>
                                        <p:cTn id="59" dur="332" tmFilter="0, 0; 0.125,0.2665; 0.25,0.4; 0.375,0.465; 0.5,0.5;  0.625,0.535; 0.75,0.6; 0.875,0.7335; 1,1">
                                          <p:stCondLst>
                                            <p:cond delay="332"/>
                                          </p:stCondLst>
                                        </p:cTn>
                                        <p:tgtEl>
                                          <p:spTgt spid="19"/>
                                        </p:tgtEl>
                                        <p:attrNameLst>
                                          <p:attrName>ppt_y</p:attrName>
                                        </p:attrNameLst>
                                      </p:cBhvr>
                                      <p:tavLst>
                                        <p:tav tm="0" fmla="#ppt_y-sin(pi*$)/9">
                                          <p:val>
                                            <p:fltVal val="0"/>
                                          </p:val>
                                        </p:tav>
                                        <p:tav tm="100000">
                                          <p:val>
                                            <p:fltVal val="1"/>
                                          </p:val>
                                        </p:tav>
                                      </p:tavLst>
                                    </p:anim>
                                    <p:anim calcmode="lin" valueType="num">
                                      <p:cBhvr>
                                        <p:cTn id="60" dur="166" tmFilter="0, 0; 0.125,0.2665; 0.25,0.4; 0.375,0.465; 0.5,0.5;  0.625,0.535; 0.75,0.6; 0.875,0.7335; 1,1">
                                          <p:stCondLst>
                                            <p:cond delay="662"/>
                                          </p:stCondLst>
                                        </p:cTn>
                                        <p:tgtEl>
                                          <p:spTgt spid="19"/>
                                        </p:tgtEl>
                                        <p:attrNameLst>
                                          <p:attrName>ppt_y</p:attrName>
                                        </p:attrNameLst>
                                      </p:cBhvr>
                                      <p:tavLst>
                                        <p:tav tm="0" fmla="#ppt_y-sin(pi*$)/27">
                                          <p:val>
                                            <p:fltVal val="0"/>
                                          </p:val>
                                        </p:tav>
                                        <p:tav tm="100000">
                                          <p:val>
                                            <p:fltVal val="1"/>
                                          </p:val>
                                        </p:tav>
                                      </p:tavLst>
                                    </p:anim>
                                    <p:anim calcmode="lin" valueType="num">
                                      <p:cBhvr>
                                        <p:cTn id="61" dur="82" tmFilter="0, 0; 0.125,0.2665; 0.25,0.4; 0.375,0.465; 0.5,0.5;  0.625,0.535; 0.75,0.6; 0.875,0.7335; 1,1">
                                          <p:stCondLst>
                                            <p:cond delay="828"/>
                                          </p:stCondLst>
                                        </p:cTn>
                                        <p:tgtEl>
                                          <p:spTgt spid="19"/>
                                        </p:tgtEl>
                                        <p:attrNameLst>
                                          <p:attrName>ppt_y</p:attrName>
                                        </p:attrNameLst>
                                      </p:cBhvr>
                                      <p:tavLst>
                                        <p:tav tm="0" fmla="#ppt_y-sin(pi*$)/81">
                                          <p:val>
                                            <p:fltVal val="0"/>
                                          </p:val>
                                        </p:tav>
                                        <p:tav tm="100000">
                                          <p:val>
                                            <p:fltVal val="1"/>
                                          </p:val>
                                        </p:tav>
                                      </p:tavLst>
                                    </p:anim>
                                    <p:animScale>
                                      <p:cBhvr>
                                        <p:cTn id="62" dur="13">
                                          <p:stCondLst>
                                            <p:cond delay="325"/>
                                          </p:stCondLst>
                                        </p:cTn>
                                        <p:tgtEl>
                                          <p:spTgt spid="19"/>
                                        </p:tgtEl>
                                      </p:cBhvr>
                                      <p:to x="100000" y="60000"/>
                                    </p:animScale>
                                    <p:animScale>
                                      <p:cBhvr>
                                        <p:cTn id="63" dur="83" decel="50000">
                                          <p:stCondLst>
                                            <p:cond delay="338"/>
                                          </p:stCondLst>
                                        </p:cTn>
                                        <p:tgtEl>
                                          <p:spTgt spid="19"/>
                                        </p:tgtEl>
                                      </p:cBhvr>
                                      <p:to x="100000" y="100000"/>
                                    </p:animScale>
                                    <p:animScale>
                                      <p:cBhvr>
                                        <p:cTn id="64" dur="13">
                                          <p:stCondLst>
                                            <p:cond delay="656"/>
                                          </p:stCondLst>
                                        </p:cTn>
                                        <p:tgtEl>
                                          <p:spTgt spid="19"/>
                                        </p:tgtEl>
                                      </p:cBhvr>
                                      <p:to x="100000" y="80000"/>
                                    </p:animScale>
                                    <p:animScale>
                                      <p:cBhvr>
                                        <p:cTn id="65" dur="83" decel="50000">
                                          <p:stCondLst>
                                            <p:cond delay="669"/>
                                          </p:stCondLst>
                                        </p:cTn>
                                        <p:tgtEl>
                                          <p:spTgt spid="19"/>
                                        </p:tgtEl>
                                      </p:cBhvr>
                                      <p:to x="100000" y="100000"/>
                                    </p:animScale>
                                    <p:animScale>
                                      <p:cBhvr>
                                        <p:cTn id="66" dur="13">
                                          <p:stCondLst>
                                            <p:cond delay="821"/>
                                          </p:stCondLst>
                                        </p:cTn>
                                        <p:tgtEl>
                                          <p:spTgt spid="19"/>
                                        </p:tgtEl>
                                      </p:cBhvr>
                                      <p:to x="100000" y="90000"/>
                                    </p:animScale>
                                    <p:animScale>
                                      <p:cBhvr>
                                        <p:cTn id="67" dur="83" decel="50000">
                                          <p:stCondLst>
                                            <p:cond delay="834"/>
                                          </p:stCondLst>
                                        </p:cTn>
                                        <p:tgtEl>
                                          <p:spTgt spid="19"/>
                                        </p:tgtEl>
                                      </p:cBhvr>
                                      <p:to x="100000" y="100000"/>
                                    </p:animScale>
                                    <p:animScale>
                                      <p:cBhvr>
                                        <p:cTn id="68" dur="13">
                                          <p:stCondLst>
                                            <p:cond delay="904"/>
                                          </p:stCondLst>
                                        </p:cTn>
                                        <p:tgtEl>
                                          <p:spTgt spid="19"/>
                                        </p:tgtEl>
                                      </p:cBhvr>
                                      <p:to x="100000" y="95000"/>
                                    </p:animScale>
                                    <p:animScale>
                                      <p:cBhvr>
                                        <p:cTn id="69" dur="83" decel="50000">
                                          <p:stCondLst>
                                            <p:cond delay="917"/>
                                          </p:stCondLst>
                                        </p:cTn>
                                        <p:tgtEl>
                                          <p:spTgt spid="19"/>
                                        </p:tgtEl>
                                      </p:cBhvr>
                                      <p:to x="100000" y="100000"/>
                                    </p:animScale>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grpId="0" nodeType="clickEffect">
                                  <p:stCondLst>
                                    <p:cond delay="0"/>
                                  </p:stCondLst>
                                  <p:childTnLst>
                                    <p:set>
                                      <p:cBhvr>
                                        <p:cTn id="73" dur="1" fill="hold">
                                          <p:stCondLst>
                                            <p:cond delay="0"/>
                                          </p:stCondLst>
                                        </p:cTn>
                                        <p:tgtEl>
                                          <p:spTgt spid="26"/>
                                        </p:tgtEl>
                                        <p:attrNameLst>
                                          <p:attrName>style.visibility</p:attrName>
                                        </p:attrNameLst>
                                      </p:cBhvr>
                                      <p:to>
                                        <p:strVal val="visible"/>
                                      </p:to>
                                    </p:set>
                                    <p:animEffect transition="in" filter="fade">
                                      <p:cBhvr>
                                        <p:cTn id="74" dur="750"/>
                                        <p:tgtEl>
                                          <p:spTgt spid="26"/>
                                        </p:tgtEl>
                                      </p:cBhvr>
                                    </p:animEffect>
                                    <p:anim calcmode="lin" valueType="num">
                                      <p:cBhvr>
                                        <p:cTn id="75" dur="750" fill="hold"/>
                                        <p:tgtEl>
                                          <p:spTgt spid="26"/>
                                        </p:tgtEl>
                                        <p:attrNameLst>
                                          <p:attrName>ppt_x</p:attrName>
                                        </p:attrNameLst>
                                      </p:cBhvr>
                                      <p:tavLst>
                                        <p:tav tm="0">
                                          <p:val>
                                            <p:strVal val="#ppt_x"/>
                                          </p:val>
                                        </p:tav>
                                        <p:tav tm="100000">
                                          <p:val>
                                            <p:strVal val="#ppt_x"/>
                                          </p:val>
                                        </p:tav>
                                      </p:tavLst>
                                    </p:anim>
                                    <p:anim calcmode="lin" valueType="num">
                                      <p:cBhvr>
                                        <p:cTn id="76" dur="750" fill="hold"/>
                                        <p:tgtEl>
                                          <p:spTgt spid="26"/>
                                        </p:tgtEl>
                                        <p:attrNameLst>
                                          <p:attrName>ppt_y</p:attrName>
                                        </p:attrNameLst>
                                      </p:cBhvr>
                                      <p:tavLst>
                                        <p:tav tm="0">
                                          <p:val>
                                            <p:strVal val="#ppt_y+.1"/>
                                          </p:val>
                                        </p:tav>
                                        <p:tav tm="100000">
                                          <p:val>
                                            <p:strVal val="#ppt_y"/>
                                          </p:val>
                                        </p:tav>
                                      </p:tavLst>
                                    </p:anim>
                                  </p:childTnLst>
                                </p:cTn>
                              </p:par>
                              <p:par>
                                <p:cTn id="77" presetID="42" presetClass="entr" presetSubtype="0" fill="hold" nodeType="withEffect">
                                  <p:stCondLst>
                                    <p:cond delay="0"/>
                                  </p:stCondLst>
                                  <p:childTnLst>
                                    <p:set>
                                      <p:cBhvr>
                                        <p:cTn id="78" dur="1" fill="hold">
                                          <p:stCondLst>
                                            <p:cond delay="0"/>
                                          </p:stCondLst>
                                        </p:cTn>
                                        <p:tgtEl>
                                          <p:spTgt spid="7"/>
                                        </p:tgtEl>
                                        <p:attrNameLst>
                                          <p:attrName>style.visibility</p:attrName>
                                        </p:attrNameLst>
                                      </p:cBhvr>
                                      <p:to>
                                        <p:strVal val="visible"/>
                                      </p:to>
                                    </p:set>
                                    <p:animEffect transition="in" filter="fade">
                                      <p:cBhvr>
                                        <p:cTn id="79" dur="1000"/>
                                        <p:tgtEl>
                                          <p:spTgt spid="7"/>
                                        </p:tgtEl>
                                      </p:cBhvr>
                                    </p:animEffect>
                                    <p:anim calcmode="lin" valueType="num">
                                      <p:cBhvr>
                                        <p:cTn id="80" dur="1000" fill="hold"/>
                                        <p:tgtEl>
                                          <p:spTgt spid="7"/>
                                        </p:tgtEl>
                                        <p:attrNameLst>
                                          <p:attrName>ppt_x</p:attrName>
                                        </p:attrNameLst>
                                      </p:cBhvr>
                                      <p:tavLst>
                                        <p:tav tm="0">
                                          <p:val>
                                            <p:strVal val="#ppt_x"/>
                                          </p:val>
                                        </p:tav>
                                        <p:tav tm="100000">
                                          <p:val>
                                            <p:strVal val="#ppt_x"/>
                                          </p:val>
                                        </p:tav>
                                      </p:tavLst>
                                    </p:anim>
                                    <p:anim calcmode="lin" valueType="num">
                                      <p:cBhvr>
                                        <p:cTn id="8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26" presetClass="entr" presetSubtype="0" fill="hold" nodeType="clickEffect">
                                  <p:stCondLst>
                                    <p:cond delay="0"/>
                                  </p:stCondLst>
                                  <p:childTnLst>
                                    <p:set>
                                      <p:cBhvr>
                                        <p:cTn id="85" dur="1" fill="hold">
                                          <p:stCondLst>
                                            <p:cond delay="0"/>
                                          </p:stCondLst>
                                        </p:cTn>
                                        <p:tgtEl>
                                          <p:spTgt spid="20"/>
                                        </p:tgtEl>
                                        <p:attrNameLst>
                                          <p:attrName>style.visibility</p:attrName>
                                        </p:attrNameLst>
                                      </p:cBhvr>
                                      <p:to>
                                        <p:strVal val="visible"/>
                                      </p:to>
                                    </p:set>
                                    <p:animEffect transition="in" filter="wipe(down)">
                                      <p:cBhvr>
                                        <p:cTn id="86" dur="290">
                                          <p:stCondLst>
                                            <p:cond delay="0"/>
                                          </p:stCondLst>
                                        </p:cTn>
                                        <p:tgtEl>
                                          <p:spTgt spid="20"/>
                                        </p:tgtEl>
                                      </p:cBhvr>
                                    </p:animEffect>
                                    <p:anim calcmode="lin" valueType="num">
                                      <p:cBhvr>
                                        <p:cTn id="87" dur="911" tmFilter="0,0; 0.14,0.36; 0.43,0.73; 0.71,0.91; 1.0,1.0">
                                          <p:stCondLst>
                                            <p:cond delay="0"/>
                                          </p:stCondLst>
                                        </p:cTn>
                                        <p:tgtEl>
                                          <p:spTgt spid="20"/>
                                        </p:tgtEl>
                                        <p:attrNameLst>
                                          <p:attrName>ppt_x</p:attrName>
                                        </p:attrNameLst>
                                      </p:cBhvr>
                                      <p:tavLst>
                                        <p:tav tm="0">
                                          <p:val>
                                            <p:strVal val="#ppt_x-0.25"/>
                                          </p:val>
                                        </p:tav>
                                        <p:tav tm="100000">
                                          <p:val>
                                            <p:strVal val="#ppt_x"/>
                                          </p:val>
                                        </p:tav>
                                      </p:tavLst>
                                    </p:anim>
                                    <p:anim calcmode="lin" valueType="num">
                                      <p:cBhvr>
                                        <p:cTn id="88" dur="332" tmFilter="0.0,0.0; 0.25,0.07; 0.50,0.2; 0.75,0.467; 1.0,1.0">
                                          <p:stCondLst>
                                            <p:cond delay="0"/>
                                          </p:stCondLst>
                                        </p:cTn>
                                        <p:tgtEl>
                                          <p:spTgt spid="20"/>
                                        </p:tgtEl>
                                        <p:attrNameLst>
                                          <p:attrName>ppt_y</p:attrName>
                                        </p:attrNameLst>
                                      </p:cBhvr>
                                      <p:tavLst>
                                        <p:tav tm="0" fmla="#ppt_y-sin(pi*$)/3">
                                          <p:val>
                                            <p:fltVal val="0.5"/>
                                          </p:val>
                                        </p:tav>
                                        <p:tav tm="100000">
                                          <p:val>
                                            <p:fltVal val="1"/>
                                          </p:val>
                                        </p:tav>
                                      </p:tavLst>
                                    </p:anim>
                                    <p:anim calcmode="lin" valueType="num">
                                      <p:cBhvr>
                                        <p:cTn id="89" dur="332" tmFilter="0, 0; 0.125,0.2665; 0.25,0.4; 0.375,0.465; 0.5,0.5;  0.625,0.535; 0.75,0.6; 0.875,0.7335; 1,1">
                                          <p:stCondLst>
                                            <p:cond delay="332"/>
                                          </p:stCondLst>
                                        </p:cTn>
                                        <p:tgtEl>
                                          <p:spTgt spid="20"/>
                                        </p:tgtEl>
                                        <p:attrNameLst>
                                          <p:attrName>ppt_y</p:attrName>
                                        </p:attrNameLst>
                                      </p:cBhvr>
                                      <p:tavLst>
                                        <p:tav tm="0" fmla="#ppt_y-sin(pi*$)/9">
                                          <p:val>
                                            <p:fltVal val="0"/>
                                          </p:val>
                                        </p:tav>
                                        <p:tav tm="100000">
                                          <p:val>
                                            <p:fltVal val="1"/>
                                          </p:val>
                                        </p:tav>
                                      </p:tavLst>
                                    </p:anim>
                                    <p:anim calcmode="lin" valueType="num">
                                      <p:cBhvr>
                                        <p:cTn id="90" dur="166" tmFilter="0, 0; 0.125,0.2665; 0.25,0.4; 0.375,0.465; 0.5,0.5;  0.625,0.535; 0.75,0.6; 0.875,0.7335; 1,1">
                                          <p:stCondLst>
                                            <p:cond delay="662"/>
                                          </p:stCondLst>
                                        </p:cTn>
                                        <p:tgtEl>
                                          <p:spTgt spid="20"/>
                                        </p:tgtEl>
                                        <p:attrNameLst>
                                          <p:attrName>ppt_y</p:attrName>
                                        </p:attrNameLst>
                                      </p:cBhvr>
                                      <p:tavLst>
                                        <p:tav tm="0" fmla="#ppt_y-sin(pi*$)/27">
                                          <p:val>
                                            <p:fltVal val="0"/>
                                          </p:val>
                                        </p:tav>
                                        <p:tav tm="100000">
                                          <p:val>
                                            <p:fltVal val="1"/>
                                          </p:val>
                                        </p:tav>
                                      </p:tavLst>
                                    </p:anim>
                                    <p:anim calcmode="lin" valueType="num">
                                      <p:cBhvr>
                                        <p:cTn id="91" dur="82" tmFilter="0, 0; 0.125,0.2665; 0.25,0.4; 0.375,0.465; 0.5,0.5;  0.625,0.535; 0.75,0.6; 0.875,0.7335; 1,1">
                                          <p:stCondLst>
                                            <p:cond delay="828"/>
                                          </p:stCondLst>
                                        </p:cTn>
                                        <p:tgtEl>
                                          <p:spTgt spid="20"/>
                                        </p:tgtEl>
                                        <p:attrNameLst>
                                          <p:attrName>ppt_y</p:attrName>
                                        </p:attrNameLst>
                                      </p:cBhvr>
                                      <p:tavLst>
                                        <p:tav tm="0" fmla="#ppt_y-sin(pi*$)/81">
                                          <p:val>
                                            <p:fltVal val="0"/>
                                          </p:val>
                                        </p:tav>
                                        <p:tav tm="100000">
                                          <p:val>
                                            <p:fltVal val="1"/>
                                          </p:val>
                                        </p:tav>
                                      </p:tavLst>
                                    </p:anim>
                                    <p:animScale>
                                      <p:cBhvr>
                                        <p:cTn id="92" dur="13">
                                          <p:stCondLst>
                                            <p:cond delay="325"/>
                                          </p:stCondLst>
                                        </p:cTn>
                                        <p:tgtEl>
                                          <p:spTgt spid="20"/>
                                        </p:tgtEl>
                                      </p:cBhvr>
                                      <p:to x="100000" y="60000"/>
                                    </p:animScale>
                                    <p:animScale>
                                      <p:cBhvr>
                                        <p:cTn id="93" dur="83" decel="50000">
                                          <p:stCondLst>
                                            <p:cond delay="338"/>
                                          </p:stCondLst>
                                        </p:cTn>
                                        <p:tgtEl>
                                          <p:spTgt spid="20"/>
                                        </p:tgtEl>
                                      </p:cBhvr>
                                      <p:to x="100000" y="100000"/>
                                    </p:animScale>
                                    <p:animScale>
                                      <p:cBhvr>
                                        <p:cTn id="94" dur="13">
                                          <p:stCondLst>
                                            <p:cond delay="656"/>
                                          </p:stCondLst>
                                        </p:cTn>
                                        <p:tgtEl>
                                          <p:spTgt spid="20"/>
                                        </p:tgtEl>
                                      </p:cBhvr>
                                      <p:to x="100000" y="80000"/>
                                    </p:animScale>
                                    <p:animScale>
                                      <p:cBhvr>
                                        <p:cTn id="95" dur="83" decel="50000">
                                          <p:stCondLst>
                                            <p:cond delay="669"/>
                                          </p:stCondLst>
                                        </p:cTn>
                                        <p:tgtEl>
                                          <p:spTgt spid="20"/>
                                        </p:tgtEl>
                                      </p:cBhvr>
                                      <p:to x="100000" y="100000"/>
                                    </p:animScale>
                                    <p:animScale>
                                      <p:cBhvr>
                                        <p:cTn id="96" dur="13">
                                          <p:stCondLst>
                                            <p:cond delay="821"/>
                                          </p:stCondLst>
                                        </p:cTn>
                                        <p:tgtEl>
                                          <p:spTgt spid="20"/>
                                        </p:tgtEl>
                                      </p:cBhvr>
                                      <p:to x="100000" y="90000"/>
                                    </p:animScale>
                                    <p:animScale>
                                      <p:cBhvr>
                                        <p:cTn id="97" dur="83" decel="50000">
                                          <p:stCondLst>
                                            <p:cond delay="834"/>
                                          </p:stCondLst>
                                        </p:cTn>
                                        <p:tgtEl>
                                          <p:spTgt spid="20"/>
                                        </p:tgtEl>
                                      </p:cBhvr>
                                      <p:to x="100000" y="100000"/>
                                    </p:animScale>
                                    <p:animScale>
                                      <p:cBhvr>
                                        <p:cTn id="98" dur="13">
                                          <p:stCondLst>
                                            <p:cond delay="904"/>
                                          </p:stCondLst>
                                        </p:cTn>
                                        <p:tgtEl>
                                          <p:spTgt spid="20"/>
                                        </p:tgtEl>
                                      </p:cBhvr>
                                      <p:to x="100000" y="95000"/>
                                    </p:animScale>
                                    <p:animScale>
                                      <p:cBhvr>
                                        <p:cTn id="99" dur="83" decel="50000">
                                          <p:stCondLst>
                                            <p:cond delay="917"/>
                                          </p:stCondLst>
                                        </p:cTn>
                                        <p:tgtEl>
                                          <p:spTgt spid="20"/>
                                        </p:tgtEl>
                                      </p:cBhvr>
                                      <p:to x="100000" y="100000"/>
                                    </p:animScale>
                                  </p:childTnLst>
                                </p:cTn>
                              </p:par>
                            </p:childTnLst>
                          </p:cTn>
                        </p:par>
                      </p:childTnLst>
                    </p:cTn>
                  </p:par>
                  <p:par>
                    <p:cTn id="100" fill="hold">
                      <p:stCondLst>
                        <p:cond delay="indefinite"/>
                      </p:stCondLst>
                      <p:childTnLst>
                        <p:par>
                          <p:cTn id="101" fill="hold">
                            <p:stCondLst>
                              <p:cond delay="0"/>
                            </p:stCondLst>
                            <p:childTnLst>
                              <p:par>
                                <p:cTn id="102" presetID="42" presetClass="entr" presetSubtype="0" fill="hold" grpId="0" nodeType="clickEffect">
                                  <p:stCondLst>
                                    <p:cond delay="0"/>
                                  </p:stCondLst>
                                  <p:childTnLst>
                                    <p:set>
                                      <p:cBhvr>
                                        <p:cTn id="103" dur="1" fill="hold">
                                          <p:stCondLst>
                                            <p:cond delay="0"/>
                                          </p:stCondLst>
                                        </p:cTn>
                                        <p:tgtEl>
                                          <p:spTgt spid="30"/>
                                        </p:tgtEl>
                                        <p:attrNameLst>
                                          <p:attrName>style.visibility</p:attrName>
                                        </p:attrNameLst>
                                      </p:cBhvr>
                                      <p:to>
                                        <p:strVal val="visible"/>
                                      </p:to>
                                    </p:set>
                                    <p:animEffect transition="in" filter="fade">
                                      <p:cBhvr>
                                        <p:cTn id="104" dur="750"/>
                                        <p:tgtEl>
                                          <p:spTgt spid="30"/>
                                        </p:tgtEl>
                                      </p:cBhvr>
                                    </p:animEffect>
                                    <p:anim calcmode="lin" valueType="num">
                                      <p:cBhvr>
                                        <p:cTn id="105" dur="750" fill="hold"/>
                                        <p:tgtEl>
                                          <p:spTgt spid="30"/>
                                        </p:tgtEl>
                                        <p:attrNameLst>
                                          <p:attrName>ppt_x</p:attrName>
                                        </p:attrNameLst>
                                      </p:cBhvr>
                                      <p:tavLst>
                                        <p:tav tm="0">
                                          <p:val>
                                            <p:strVal val="#ppt_x"/>
                                          </p:val>
                                        </p:tav>
                                        <p:tav tm="100000">
                                          <p:val>
                                            <p:strVal val="#ppt_x"/>
                                          </p:val>
                                        </p:tav>
                                      </p:tavLst>
                                    </p:anim>
                                    <p:anim calcmode="lin" valueType="num">
                                      <p:cBhvr>
                                        <p:cTn id="106" dur="750" fill="hold"/>
                                        <p:tgtEl>
                                          <p:spTgt spid="30"/>
                                        </p:tgtEl>
                                        <p:attrNameLst>
                                          <p:attrName>ppt_y</p:attrName>
                                        </p:attrNameLst>
                                      </p:cBhvr>
                                      <p:tavLst>
                                        <p:tav tm="0">
                                          <p:val>
                                            <p:strVal val="#ppt_y+.1"/>
                                          </p:val>
                                        </p:tav>
                                        <p:tav tm="100000">
                                          <p:val>
                                            <p:strVal val="#ppt_y"/>
                                          </p:val>
                                        </p:tav>
                                      </p:tavLst>
                                    </p:anim>
                                  </p:childTnLst>
                                </p:cTn>
                              </p:par>
                              <p:par>
                                <p:cTn id="107" presetID="42" presetClass="entr" presetSubtype="0" fill="hold" nodeType="withEffect">
                                  <p:stCondLst>
                                    <p:cond delay="0"/>
                                  </p:stCondLst>
                                  <p:childTnLst>
                                    <p:set>
                                      <p:cBhvr>
                                        <p:cTn id="108" dur="1" fill="hold">
                                          <p:stCondLst>
                                            <p:cond delay="0"/>
                                          </p:stCondLst>
                                        </p:cTn>
                                        <p:tgtEl>
                                          <p:spTgt spid="10"/>
                                        </p:tgtEl>
                                        <p:attrNameLst>
                                          <p:attrName>style.visibility</p:attrName>
                                        </p:attrNameLst>
                                      </p:cBhvr>
                                      <p:to>
                                        <p:strVal val="visible"/>
                                      </p:to>
                                    </p:set>
                                    <p:animEffect transition="in" filter="fade">
                                      <p:cBhvr>
                                        <p:cTn id="109" dur="1000"/>
                                        <p:tgtEl>
                                          <p:spTgt spid="10"/>
                                        </p:tgtEl>
                                      </p:cBhvr>
                                    </p:animEffect>
                                    <p:anim calcmode="lin" valueType="num">
                                      <p:cBhvr>
                                        <p:cTn id="110" dur="1000" fill="hold"/>
                                        <p:tgtEl>
                                          <p:spTgt spid="10"/>
                                        </p:tgtEl>
                                        <p:attrNameLst>
                                          <p:attrName>ppt_x</p:attrName>
                                        </p:attrNameLst>
                                      </p:cBhvr>
                                      <p:tavLst>
                                        <p:tav tm="0">
                                          <p:val>
                                            <p:strVal val="#ppt_x"/>
                                          </p:val>
                                        </p:tav>
                                        <p:tav tm="100000">
                                          <p:val>
                                            <p:strVal val="#ppt_x"/>
                                          </p:val>
                                        </p:tav>
                                      </p:tavLst>
                                    </p:anim>
                                    <p:anim calcmode="lin" valueType="num">
                                      <p:cBhvr>
                                        <p:cTn id="11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12" fill="hold">
                      <p:stCondLst>
                        <p:cond delay="indefinite"/>
                      </p:stCondLst>
                      <p:childTnLst>
                        <p:par>
                          <p:cTn id="113" fill="hold">
                            <p:stCondLst>
                              <p:cond delay="0"/>
                            </p:stCondLst>
                            <p:childTnLst>
                              <p:par>
                                <p:cTn id="114" presetID="26" presetClass="entr" presetSubtype="0" fill="hold" nodeType="clickEffect">
                                  <p:stCondLst>
                                    <p:cond delay="0"/>
                                  </p:stCondLst>
                                  <p:childTnLst>
                                    <p:set>
                                      <p:cBhvr>
                                        <p:cTn id="115" dur="1" fill="hold">
                                          <p:stCondLst>
                                            <p:cond delay="0"/>
                                          </p:stCondLst>
                                        </p:cTn>
                                        <p:tgtEl>
                                          <p:spTgt spid="16"/>
                                        </p:tgtEl>
                                        <p:attrNameLst>
                                          <p:attrName>style.visibility</p:attrName>
                                        </p:attrNameLst>
                                      </p:cBhvr>
                                      <p:to>
                                        <p:strVal val="visible"/>
                                      </p:to>
                                    </p:set>
                                    <p:animEffect transition="in" filter="wipe(down)">
                                      <p:cBhvr>
                                        <p:cTn id="116" dur="290">
                                          <p:stCondLst>
                                            <p:cond delay="0"/>
                                          </p:stCondLst>
                                        </p:cTn>
                                        <p:tgtEl>
                                          <p:spTgt spid="16"/>
                                        </p:tgtEl>
                                      </p:cBhvr>
                                    </p:animEffect>
                                    <p:anim calcmode="lin" valueType="num">
                                      <p:cBhvr>
                                        <p:cTn id="117" dur="911" tmFilter="0,0; 0.14,0.36; 0.43,0.73; 0.71,0.91; 1.0,1.0">
                                          <p:stCondLst>
                                            <p:cond delay="0"/>
                                          </p:stCondLst>
                                        </p:cTn>
                                        <p:tgtEl>
                                          <p:spTgt spid="16"/>
                                        </p:tgtEl>
                                        <p:attrNameLst>
                                          <p:attrName>ppt_x</p:attrName>
                                        </p:attrNameLst>
                                      </p:cBhvr>
                                      <p:tavLst>
                                        <p:tav tm="0">
                                          <p:val>
                                            <p:strVal val="#ppt_x-0.25"/>
                                          </p:val>
                                        </p:tav>
                                        <p:tav tm="100000">
                                          <p:val>
                                            <p:strVal val="#ppt_x"/>
                                          </p:val>
                                        </p:tav>
                                      </p:tavLst>
                                    </p:anim>
                                    <p:anim calcmode="lin" valueType="num">
                                      <p:cBhvr>
                                        <p:cTn id="118" dur="332" tmFilter="0.0,0.0; 0.25,0.07; 0.50,0.2; 0.75,0.467; 1.0,1.0">
                                          <p:stCondLst>
                                            <p:cond delay="0"/>
                                          </p:stCondLst>
                                        </p:cTn>
                                        <p:tgtEl>
                                          <p:spTgt spid="16"/>
                                        </p:tgtEl>
                                        <p:attrNameLst>
                                          <p:attrName>ppt_y</p:attrName>
                                        </p:attrNameLst>
                                      </p:cBhvr>
                                      <p:tavLst>
                                        <p:tav tm="0" fmla="#ppt_y-sin(pi*$)/3">
                                          <p:val>
                                            <p:fltVal val="0.5"/>
                                          </p:val>
                                        </p:tav>
                                        <p:tav tm="100000">
                                          <p:val>
                                            <p:fltVal val="1"/>
                                          </p:val>
                                        </p:tav>
                                      </p:tavLst>
                                    </p:anim>
                                    <p:anim calcmode="lin" valueType="num">
                                      <p:cBhvr>
                                        <p:cTn id="119" dur="332" tmFilter="0, 0; 0.125,0.2665; 0.25,0.4; 0.375,0.465; 0.5,0.5;  0.625,0.535; 0.75,0.6; 0.875,0.7335; 1,1">
                                          <p:stCondLst>
                                            <p:cond delay="332"/>
                                          </p:stCondLst>
                                        </p:cTn>
                                        <p:tgtEl>
                                          <p:spTgt spid="16"/>
                                        </p:tgtEl>
                                        <p:attrNameLst>
                                          <p:attrName>ppt_y</p:attrName>
                                        </p:attrNameLst>
                                      </p:cBhvr>
                                      <p:tavLst>
                                        <p:tav tm="0" fmla="#ppt_y-sin(pi*$)/9">
                                          <p:val>
                                            <p:fltVal val="0"/>
                                          </p:val>
                                        </p:tav>
                                        <p:tav tm="100000">
                                          <p:val>
                                            <p:fltVal val="1"/>
                                          </p:val>
                                        </p:tav>
                                      </p:tavLst>
                                    </p:anim>
                                    <p:anim calcmode="lin" valueType="num">
                                      <p:cBhvr>
                                        <p:cTn id="120" dur="166" tmFilter="0, 0; 0.125,0.2665; 0.25,0.4; 0.375,0.465; 0.5,0.5;  0.625,0.535; 0.75,0.6; 0.875,0.7335; 1,1">
                                          <p:stCondLst>
                                            <p:cond delay="662"/>
                                          </p:stCondLst>
                                        </p:cTn>
                                        <p:tgtEl>
                                          <p:spTgt spid="16"/>
                                        </p:tgtEl>
                                        <p:attrNameLst>
                                          <p:attrName>ppt_y</p:attrName>
                                        </p:attrNameLst>
                                      </p:cBhvr>
                                      <p:tavLst>
                                        <p:tav tm="0" fmla="#ppt_y-sin(pi*$)/27">
                                          <p:val>
                                            <p:fltVal val="0"/>
                                          </p:val>
                                        </p:tav>
                                        <p:tav tm="100000">
                                          <p:val>
                                            <p:fltVal val="1"/>
                                          </p:val>
                                        </p:tav>
                                      </p:tavLst>
                                    </p:anim>
                                    <p:anim calcmode="lin" valueType="num">
                                      <p:cBhvr>
                                        <p:cTn id="121" dur="82" tmFilter="0, 0; 0.125,0.2665; 0.25,0.4; 0.375,0.465; 0.5,0.5;  0.625,0.535; 0.75,0.6; 0.875,0.7335; 1,1">
                                          <p:stCondLst>
                                            <p:cond delay="828"/>
                                          </p:stCondLst>
                                        </p:cTn>
                                        <p:tgtEl>
                                          <p:spTgt spid="16"/>
                                        </p:tgtEl>
                                        <p:attrNameLst>
                                          <p:attrName>ppt_y</p:attrName>
                                        </p:attrNameLst>
                                      </p:cBhvr>
                                      <p:tavLst>
                                        <p:tav tm="0" fmla="#ppt_y-sin(pi*$)/81">
                                          <p:val>
                                            <p:fltVal val="0"/>
                                          </p:val>
                                        </p:tav>
                                        <p:tav tm="100000">
                                          <p:val>
                                            <p:fltVal val="1"/>
                                          </p:val>
                                        </p:tav>
                                      </p:tavLst>
                                    </p:anim>
                                    <p:animScale>
                                      <p:cBhvr>
                                        <p:cTn id="122" dur="13">
                                          <p:stCondLst>
                                            <p:cond delay="325"/>
                                          </p:stCondLst>
                                        </p:cTn>
                                        <p:tgtEl>
                                          <p:spTgt spid="16"/>
                                        </p:tgtEl>
                                      </p:cBhvr>
                                      <p:to x="100000" y="60000"/>
                                    </p:animScale>
                                    <p:animScale>
                                      <p:cBhvr>
                                        <p:cTn id="123" dur="83" decel="50000">
                                          <p:stCondLst>
                                            <p:cond delay="338"/>
                                          </p:stCondLst>
                                        </p:cTn>
                                        <p:tgtEl>
                                          <p:spTgt spid="16"/>
                                        </p:tgtEl>
                                      </p:cBhvr>
                                      <p:to x="100000" y="100000"/>
                                    </p:animScale>
                                    <p:animScale>
                                      <p:cBhvr>
                                        <p:cTn id="124" dur="13">
                                          <p:stCondLst>
                                            <p:cond delay="656"/>
                                          </p:stCondLst>
                                        </p:cTn>
                                        <p:tgtEl>
                                          <p:spTgt spid="16"/>
                                        </p:tgtEl>
                                      </p:cBhvr>
                                      <p:to x="100000" y="80000"/>
                                    </p:animScale>
                                    <p:animScale>
                                      <p:cBhvr>
                                        <p:cTn id="125" dur="83" decel="50000">
                                          <p:stCondLst>
                                            <p:cond delay="669"/>
                                          </p:stCondLst>
                                        </p:cTn>
                                        <p:tgtEl>
                                          <p:spTgt spid="16"/>
                                        </p:tgtEl>
                                      </p:cBhvr>
                                      <p:to x="100000" y="100000"/>
                                    </p:animScale>
                                    <p:animScale>
                                      <p:cBhvr>
                                        <p:cTn id="126" dur="13">
                                          <p:stCondLst>
                                            <p:cond delay="821"/>
                                          </p:stCondLst>
                                        </p:cTn>
                                        <p:tgtEl>
                                          <p:spTgt spid="16"/>
                                        </p:tgtEl>
                                      </p:cBhvr>
                                      <p:to x="100000" y="90000"/>
                                    </p:animScale>
                                    <p:animScale>
                                      <p:cBhvr>
                                        <p:cTn id="127" dur="83" decel="50000">
                                          <p:stCondLst>
                                            <p:cond delay="834"/>
                                          </p:stCondLst>
                                        </p:cTn>
                                        <p:tgtEl>
                                          <p:spTgt spid="16"/>
                                        </p:tgtEl>
                                      </p:cBhvr>
                                      <p:to x="100000" y="100000"/>
                                    </p:animScale>
                                    <p:animScale>
                                      <p:cBhvr>
                                        <p:cTn id="128" dur="13">
                                          <p:stCondLst>
                                            <p:cond delay="904"/>
                                          </p:stCondLst>
                                        </p:cTn>
                                        <p:tgtEl>
                                          <p:spTgt spid="16"/>
                                        </p:tgtEl>
                                      </p:cBhvr>
                                      <p:to x="100000" y="95000"/>
                                    </p:animScale>
                                    <p:animScale>
                                      <p:cBhvr>
                                        <p:cTn id="129" dur="83" decel="50000">
                                          <p:stCondLst>
                                            <p:cond delay="917"/>
                                          </p:stCondLst>
                                        </p:cTn>
                                        <p:tgtEl>
                                          <p:spTgt spid="16"/>
                                        </p:tgtEl>
                                      </p:cBhvr>
                                      <p:to x="100000" y="100000"/>
                                    </p:animScale>
                                  </p:childTnLst>
                                </p:cTn>
                              </p:par>
                            </p:childTnLst>
                          </p:cTn>
                        </p:par>
                      </p:childTnLst>
                    </p:cTn>
                  </p:par>
                  <p:par>
                    <p:cTn id="130" fill="hold">
                      <p:stCondLst>
                        <p:cond delay="indefinite"/>
                      </p:stCondLst>
                      <p:childTnLst>
                        <p:par>
                          <p:cTn id="131" fill="hold">
                            <p:stCondLst>
                              <p:cond delay="0"/>
                            </p:stCondLst>
                            <p:childTnLst>
                              <p:par>
                                <p:cTn id="132" presetID="42" presetClass="entr" presetSubtype="0" fill="hold" grpId="0" nodeType="clickEffect">
                                  <p:stCondLst>
                                    <p:cond delay="0"/>
                                  </p:stCondLst>
                                  <p:childTnLst>
                                    <p:set>
                                      <p:cBhvr>
                                        <p:cTn id="133" dur="1" fill="hold">
                                          <p:stCondLst>
                                            <p:cond delay="0"/>
                                          </p:stCondLst>
                                        </p:cTn>
                                        <p:tgtEl>
                                          <p:spTgt spid="27"/>
                                        </p:tgtEl>
                                        <p:attrNameLst>
                                          <p:attrName>style.visibility</p:attrName>
                                        </p:attrNameLst>
                                      </p:cBhvr>
                                      <p:to>
                                        <p:strVal val="visible"/>
                                      </p:to>
                                    </p:set>
                                    <p:animEffect transition="in" filter="fade">
                                      <p:cBhvr>
                                        <p:cTn id="134" dur="750"/>
                                        <p:tgtEl>
                                          <p:spTgt spid="27"/>
                                        </p:tgtEl>
                                      </p:cBhvr>
                                    </p:animEffect>
                                    <p:anim calcmode="lin" valueType="num">
                                      <p:cBhvr>
                                        <p:cTn id="135" dur="750" fill="hold"/>
                                        <p:tgtEl>
                                          <p:spTgt spid="27"/>
                                        </p:tgtEl>
                                        <p:attrNameLst>
                                          <p:attrName>ppt_x</p:attrName>
                                        </p:attrNameLst>
                                      </p:cBhvr>
                                      <p:tavLst>
                                        <p:tav tm="0">
                                          <p:val>
                                            <p:strVal val="#ppt_x"/>
                                          </p:val>
                                        </p:tav>
                                        <p:tav tm="100000">
                                          <p:val>
                                            <p:strVal val="#ppt_x"/>
                                          </p:val>
                                        </p:tav>
                                      </p:tavLst>
                                    </p:anim>
                                    <p:anim calcmode="lin" valueType="num">
                                      <p:cBhvr>
                                        <p:cTn id="136" dur="750" fill="hold"/>
                                        <p:tgtEl>
                                          <p:spTgt spid="27"/>
                                        </p:tgtEl>
                                        <p:attrNameLst>
                                          <p:attrName>ppt_y</p:attrName>
                                        </p:attrNameLst>
                                      </p:cBhvr>
                                      <p:tavLst>
                                        <p:tav tm="0">
                                          <p:val>
                                            <p:strVal val="#ppt_y+.1"/>
                                          </p:val>
                                        </p:tav>
                                        <p:tav tm="100000">
                                          <p:val>
                                            <p:strVal val="#ppt_y"/>
                                          </p:val>
                                        </p:tav>
                                      </p:tavLst>
                                    </p:anim>
                                  </p:childTnLst>
                                </p:cTn>
                              </p:par>
                              <p:par>
                                <p:cTn id="137" presetID="42" presetClass="entr" presetSubtype="0" fill="hold" nodeType="withEffect">
                                  <p:stCondLst>
                                    <p:cond delay="0"/>
                                  </p:stCondLst>
                                  <p:childTnLst>
                                    <p:set>
                                      <p:cBhvr>
                                        <p:cTn id="138" dur="1" fill="hold">
                                          <p:stCondLst>
                                            <p:cond delay="0"/>
                                          </p:stCondLst>
                                        </p:cTn>
                                        <p:tgtEl>
                                          <p:spTgt spid="9"/>
                                        </p:tgtEl>
                                        <p:attrNameLst>
                                          <p:attrName>style.visibility</p:attrName>
                                        </p:attrNameLst>
                                      </p:cBhvr>
                                      <p:to>
                                        <p:strVal val="visible"/>
                                      </p:to>
                                    </p:set>
                                    <p:animEffect transition="in" filter="fade">
                                      <p:cBhvr>
                                        <p:cTn id="139" dur="1000"/>
                                        <p:tgtEl>
                                          <p:spTgt spid="9"/>
                                        </p:tgtEl>
                                      </p:cBhvr>
                                    </p:animEffect>
                                    <p:anim calcmode="lin" valueType="num">
                                      <p:cBhvr>
                                        <p:cTn id="140" dur="1000" fill="hold"/>
                                        <p:tgtEl>
                                          <p:spTgt spid="9"/>
                                        </p:tgtEl>
                                        <p:attrNameLst>
                                          <p:attrName>ppt_x</p:attrName>
                                        </p:attrNameLst>
                                      </p:cBhvr>
                                      <p:tavLst>
                                        <p:tav tm="0">
                                          <p:val>
                                            <p:strVal val="#ppt_x"/>
                                          </p:val>
                                        </p:tav>
                                        <p:tav tm="100000">
                                          <p:val>
                                            <p:strVal val="#ppt_x"/>
                                          </p:val>
                                        </p:tav>
                                      </p:tavLst>
                                    </p:anim>
                                    <p:anim calcmode="lin" valueType="num">
                                      <p:cBhvr>
                                        <p:cTn id="141"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42" fill="hold">
                      <p:stCondLst>
                        <p:cond delay="indefinite"/>
                      </p:stCondLst>
                      <p:childTnLst>
                        <p:par>
                          <p:cTn id="143" fill="hold">
                            <p:stCondLst>
                              <p:cond delay="0"/>
                            </p:stCondLst>
                            <p:childTnLst>
                              <p:par>
                                <p:cTn id="144" presetID="26" presetClass="entr" presetSubtype="0" fill="hold" nodeType="clickEffect">
                                  <p:stCondLst>
                                    <p:cond delay="0"/>
                                  </p:stCondLst>
                                  <p:childTnLst>
                                    <p:set>
                                      <p:cBhvr>
                                        <p:cTn id="145" dur="1" fill="hold">
                                          <p:stCondLst>
                                            <p:cond delay="0"/>
                                          </p:stCondLst>
                                        </p:cTn>
                                        <p:tgtEl>
                                          <p:spTgt spid="12"/>
                                        </p:tgtEl>
                                        <p:attrNameLst>
                                          <p:attrName>style.visibility</p:attrName>
                                        </p:attrNameLst>
                                      </p:cBhvr>
                                      <p:to>
                                        <p:strVal val="visible"/>
                                      </p:to>
                                    </p:set>
                                    <p:animEffect transition="in" filter="wipe(down)">
                                      <p:cBhvr>
                                        <p:cTn id="146" dur="290">
                                          <p:stCondLst>
                                            <p:cond delay="0"/>
                                          </p:stCondLst>
                                        </p:cTn>
                                        <p:tgtEl>
                                          <p:spTgt spid="12"/>
                                        </p:tgtEl>
                                      </p:cBhvr>
                                    </p:animEffect>
                                    <p:anim calcmode="lin" valueType="num">
                                      <p:cBhvr>
                                        <p:cTn id="147" dur="911" tmFilter="0,0; 0.14,0.36; 0.43,0.73; 0.71,0.91; 1.0,1.0">
                                          <p:stCondLst>
                                            <p:cond delay="0"/>
                                          </p:stCondLst>
                                        </p:cTn>
                                        <p:tgtEl>
                                          <p:spTgt spid="12"/>
                                        </p:tgtEl>
                                        <p:attrNameLst>
                                          <p:attrName>ppt_x</p:attrName>
                                        </p:attrNameLst>
                                      </p:cBhvr>
                                      <p:tavLst>
                                        <p:tav tm="0">
                                          <p:val>
                                            <p:strVal val="#ppt_x-0.25"/>
                                          </p:val>
                                        </p:tav>
                                        <p:tav tm="100000">
                                          <p:val>
                                            <p:strVal val="#ppt_x"/>
                                          </p:val>
                                        </p:tav>
                                      </p:tavLst>
                                    </p:anim>
                                    <p:anim calcmode="lin" valueType="num">
                                      <p:cBhvr>
                                        <p:cTn id="148" dur="332" tmFilter="0.0,0.0; 0.25,0.07; 0.50,0.2; 0.75,0.467; 1.0,1.0">
                                          <p:stCondLst>
                                            <p:cond delay="0"/>
                                          </p:stCondLst>
                                        </p:cTn>
                                        <p:tgtEl>
                                          <p:spTgt spid="12"/>
                                        </p:tgtEl>
                                        <p:attrNameLst>
                                          <p:attrName>ppt_y</p:attrName>
                                        </p:attrNameLst>
                                      </p:cBhvr>
                                      <p:tavLst>
                                        <p:tav tm="0" fmla="#ppt_y-sin(pi*$)/3">
                                          <p:val>
                                            <p:fltVal val="0.5"/>
                                          </p:val>
                                        </p:tav>
                                        <p:tav tm="100000">
                                          <p:val>
                                            <p:fltVal val="1"/>
                                          </p:val>
                                        </p:tav>
                                      </p:tavLst>
                                    </p:anim>
                                    <p:anim calcmode="lin" valueType="num">
                                      <p:cBhvr>
                                        <p:cTn id="149" dur="332" tmFilter="0, 0; 0.125,0.2665; 0.25,0.4; 0.375,0.465; 0.5,0.5;  0.625,0.535; 0.75,0.6; 0.875,0.7335; 1,1">
                                          <p:stCondLst>
                                            <p:cond delay="332"/>
                                          </p:stCondLst>
                                        </p:cTn>
                                        <p:tgtEl>
                                          <p:spTgt spid="12"/>
                                        </p:tgtEl>
                                        <p:attrNameLst>
                                          <p:attrName>ppt_y</p:attrName>
                                        </p:attrNameLst>
                                      </p:cBhvr>
                                      <p:tavLst>
                                        <p:tav tm="0" fmla="#ppt_y-sin(pi*$)/9">
                                          <p:val>
                                            <p:fltVal val="0"/>
                                          </p:val>
                                        </p:tav>
                                        <p:tav tm="100000">
                                          <p:val>
                                            <p:fltVal val="1"/>
                                          </p:val>
                                        </p:tav>
                                      </p:tavLst>
                                    </p:anim>
                                    <p:anim calcmode="lin" valueType="num">
                                      <p:cBhvr>
                                        <p:cTn id="150" dur="166" tmFilter="0, 0; 0.125,0.2665; 0.25,0.4; 0.375,0.465; 0.5,0.5;  0.625,0.535; 0.75,0.6; 0.875,0.7335; 1,1">
                                          <p:stCondLst>
                                            <p:cond delay="662"/>
                                          </p:stCondLst>
                                        </p:cTn>
                                        <p:tgtEl>
                                          <p:spTgt spid="12"/>
                                        </p:tgtEl>
                                        <p:attrNameLst>
                                          <p:attrName>ppt_y</p:attrName>
                                        </p:attrNameLst>
                                      </p:cBhvr>
                                      <p:tavLst>
                                        <p:tav tm="0" fmla="#ppt_y-sin(pi*$)/27">
                                          <p:val>
                                            <p:fltVal val="0"/>
                                          </p:val>
                                        </p:tav>
                                        <p:tav tm="100000">
                                          <p:val>
                                            <p:fltVal val="1"/>
                                          </p:val>
                                        </p:tav>
                                      </p:tavLst>
                                    </p:anim>
                                    <p:anim calcmode="lin" valueType="num">
                                      <p:cBhvr>
                                        <p:cTn id="151" dur="82" tmFilter="0, 0; 0.125,0.2665; 0.25,0.4; 0.375,0.465; 0.5,0.5;  0.625,0.535; 0.75,0.6; 0.875,0.7335; 1,1">
                                          <p:stCondLst>
                                            <p:cond delay="828"/>
                                          </p:stCondLst>
                                        </p:cTn>
                                        <p:tgtEl>
                                          <p:spTgt spid="12"/>
                                        </p:tgtEl>
                                        <p:attrNameLst>
                                          <p:attrName>ppt_y</p:attrName>
                                        </p:attrNameLst>
                                      </p:cBhvr>
                                      <p:tavLst>
                                        <p:tav tm="0" fmla="#ppt_y-sin(pi*$)/81">
                                          <p:val>
                                            <p:fltVal val="0"/>
                                          </p:val>
                                        </p:tav>
                                        <p:tav tm="100000">
                                          <p:val>
                                            <p:fltVal val="1"/>
                                          </p:val>
                                        </p:tav>
                                      </p:tavLst>
                                    </p:anim>
                                    <p:animScale>
                                      <p:cBhvr>
                                        <p:cTn id="152" dur="13">
                                          <p:stCondLst>
                                            <p:cond delay="325"/>
                                          </p:stCondLst>
                                        </p:cTn>
                                        <p:tgtEl>
                                          <p:spTgt spid="12"/>
                                        </p:tgtEl>
                                      </p:cBhvr>
                                      <p:to x="100000" y="60000"/>
                                    </p:animScale>
                                    <p:animScale>
                                      <p:cBhvr>
                                        <p:cTn id="153" dur="83" decel="50000">
                                          <p:stCondLst>
                                            <p:cond delay="338"/>
                                          </p:stCondLst>
                                        </p:cTn>
                                        <p:tgtEl>
                                          <p:spTgt spid="12"/>
                                        </p:tgtEl>
                                      </p:cBhvr>
                                      <p:to x="100000" y="100000"/>
                                    </p:animScale>
                                    <p:animScale>
                                      <p:cBhvr>
                                        <p:cTn id="154" dur="13">
                                          <p:stCondLst>
                                            <p:cond delay="656"/>
                                          </p:stCondLst>
                                        </p:cTn>
                                        <p:tgtEl>
                                          <p:spTgt spid="12"/>
                                        </p:tgtEl>
                                      </p:cBhvr>
                                      <p:to x="100000" y="80000"/>
                                    </p:animScale>
                                    <p:animScale>
                                      <p:cBhvr>
                                        <p:cTn id="155" dur="83" decel="50000">
                                          <p:stCondLst>
                                            <p:cond delay="669"/>
                                          </p:stCondLst>
                                        </p:cTn>
                                        <p:tgtEl>
                                          <p:spTgt spid="12"/>
                                        </p:tgtEl>
                                      </p:cBhvr>
                                      <p:to x="100000" y="100000"/>
                                    </p:animScale>
                                    <p:animScale>
                                      <p:cBhvr>
                                        <p:cTn id="156" dur="13">
                                          <p:stCondLst>
                                            <p:cond delay="821"/>
                                          </p:stCondLst>
                                        </p:cTn>
                                        <p:tgtEl>
                                          <p:spTgt spid="12"/>
                                        </p:tgtEl>
                                      </p:cBhvr>
                                      <p:to x="100000" y="90000"/>
                                    </p:animScale>
                                    <p:animScale>
                                      <p:cBhvr>
                                        <p:cTn id="157" dur="83" decel="50000">
                                          <p:stCondLst>
                                            <p:cond delay="834"/>
                                          </p:stCondLst>
                                        </p:cTn>
                                        <p:tgtEl>
                                          <p:spTgt spid="12"/>
                                        </p:tgtEl>
                                      </p:cBhvr>
                                      <p:to x="100000" y="100000"/>
                                    </p:animScale>
                                    <p:animScale>
                                      <p:cBhvr>
                                        <p:cTn id="158" dur="13">
                                          <p:stCondLst>
                                            <p:cond delay="904"/>
                                          </p:stCondLst>
                                        </p:cTn>
                                        <p:tgtEl>
                                          <p:spTgt spid="12"/>
                                        </p:tgtEl>
                                      </p:cBhvr>
                                      <p:to x="100000" y="95000"/>
                                    </p:animScale>
                                    <p:animScale>
                                      <p:cBhvr>
                                        <p:cTn id="159" dur="83" decel="50000">
                                          <p:stCondLst>
                                            <p:cond delay="917"/>
                                          </p:stCondLst>
                                        </p:cTn>
                                        <p:tgtEl>
                                          <p:spTgt spid="12"/>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P spid="27" grpId="0"/>
      <p:bldP spid="3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7" descr="Une image contenant texte, capture d’écran, Site web, Page web&#10;&#10;Description générée automatiquement">
            <a:extLst>
              <a:ext uri="{FF2B5EF4-FFF2-40B4-BE49-F238E27FC236}">
                <a16:creationId xmlns:a16="http://schemas.microsoft.com/office/drawing/2014/main" id="{77CE2019-36B6-42BF-26B6-42BA53034F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4778" y="1695629"/>
            <a:ext cx="4576445" cy="4123690"/>
          </a:xfrm>
          <a:prstGeom prst="rect">
            <a:avLst/>
          </a:prstGeom>
        </p:spPr>
      </p:pic>
      <p:pic>
        <p:nvPicPr>
          <p:cNvPr id="9" name="Image 8">
            <a:extLst>
              <a:ext uri="{FF2B5EF4-FFF2-40B4-BE49-F238E27FC236}">
                <a16:creationId xmlns:a16="http://schemas.microsoft.com/office/drawing/2014/main" id="{FD60898F-E8CA-F504-A4EA-74F58E59412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92192" y="1695629"/>
            <a:ext cx="4810091" cy="4123690"/>
          </a:xfrm>
          <a:prstGeom prst="rect">
            <a:avLst/>
          </a:prstGeom>
        </p:spPr>
      </p:pic>
      <p:sp>
        <p:nvSpPr>
          <p:cNvPr id="10" name="ZoneTexte 9">
            <a:extLst>
              <a:ext uri="{FF2B5EF4-FFF2-40B4-BE49-F238E27FC236}">
                <a16:creationId xmlns:a16="http://schemas.microsoft.com/office/drawing/2014/main" id="{C09C3BD8-5152-C8C9-345F-E9EFC261799C}"/>
              </a:ext>
            </a:extLst>
          </p:cNvPr>
          <p:cNvSpPr txBox="1"/>
          <p:nvPr/>
        </p:nvSpPr>
        <p:spPr>
          <a:xfrm>
            <a:off x="5692192" y="1109709"/>
            <a:ext cx="4643022" cy="338554"/>
          </a:xfrm>
          <a:prstGeom prst="rect">
            <a:avLst/>
          </a:prstGeom>
          <a:noFill/>
        </p:spPr>
        <p:txBody>
          <a:bodyPr wrap="square" rtlCol="0">
            <a:spAutoFit/>
          </a:bodyPr>
          <a:lstStyle/>
          <a:p>
            <a:r>
              <a:rPr lang="fr-FR" sz="1600" b="1" dirty="0">
                <a:solidFill>
                  <a:srgbClr val="FF0000"/>
                </a:solidFill>
                <a:latin typeface="Times New Roman" panose="02020603050405020304" pitchFamily="18" charset="0"/>
                <a:cs typeface="Times New Roman" panose="02020603050405020304" pitchFamily="18" charset="0"/>
              </a:rPr>
              <a:t>La page d'erreur :</a:t>
            </a:r>
          </a:p>
        </p:txBody>
      </p:sp>
      <p:sp>
        <p:nvSpPr>
          <p:cNvPr id="11" name="ZoneTexte 10">
            <a:extLst>
              <a:ext uri="{FF2B5EF4-FFF2-40B4-BE49-F238E27FC236}">
                <a16:creationId xmlns:a16="http://schemas.microsoft.com/office/drawing/2014/main" id="{044CD867-0B12-9F09-7B6B-B18550F4BEE8}"/>
              </a:ext>
            </a:extLst>
          </p:cNvPr>
          <p:cNvSpPr txBox="1"/>
          <p:nvPr/>
        </p:nvSpPr>
        <p:spPr>
          <a:xfrm>
            <a:off x="904778" y="1109709"/>
            <a:ext cx="3418647" cy="338554"/>
          </a:xfrm>
          <a:prstGeom prst="rect">
            <a:avLst/>
          </a:prstGeom>
          <a:noFill/>
        </p:spPr>
        <p:txBody>
          <a:bodyPr wrap="square" rtlCol="0">
            <a:spAutoFit/>
          </a:bodyPr>
          <a:lstStyle/>
          <a:p>
            <a:r>
              <a:rPr lang="fr-FR" sz="1600" b="1" dirty="0">
                <a:solidFill>
                  <a:srgbClr val="FF0000"/>
                </a:solidFill>
                <a:effectLst/>
                <a:latin typeface="Times New Roman" panose="02020603050405020304" pitchFamily="18" charset="0"/>
                <a:ea typeface="Calibri" panose="020F0502020204030204" pitchFamily="34" charset="0"/>
              </a:rPr>
              <a:t>La page de détails Produit :</a:t>
            </a:r>
            <a:endParaRPr lang="fr-FR" sz="1600" b="1" dirty="0">
              <a:solidFill>
                <a:srgbClr val="FF0000"/>
              </a:solidFill>
            </a:endParaRPr>
          </a:p>
        </p:txBody>
      </p:sp>
    </p:spTree>
    <p:extLst>
      <p:ext uri="{BB962C8B-B14F-4D97-AF65-F5344CB8AC3E}">
        <p14:creationId xmlns:p14="http://schemas.microsoft.com/office/powerpoint/2010/main" val="421902039"/>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1000" fill="hold"/>
                                        <p:tgtEl>
                                          <p:spTgt spid="11"/>
                                        </p:tgtEl>
                                        <p:attrNameLst>
                                          <p:attrName>ppt_w</p:attrName>
                                        </p:attrNameLst>
                                      </p:cBhvr>
                                      <p:tavLst>
                                        <p:tav tm="0">
                                          <p:val>
                                            <p:fltVal val="0"/>
                                          </p:val>
                                        </p:tav>
                                        <p:tav tm="100000">
                                          <p:val>
                                            <p:strVal val="#ppt_w"/>
                                          </p:val>
                                        </p:tav>
                                      </p:tavLst>
                                    </p:anim>
                                    <p:anim calcmode="lin" valueType="num">
                                      <p:cBhvr>
                                        <p:cTn id="8" dur="1000" fill="hold"/>
                                        <p:tgtEl>
                                          <p:spTgt spid="11"/>
                                        </p:tgtEl>
                                        <p:attrNameLst>
                                          <p:attrName>ppt_h</p:attrName>
                                        </p:attrNameLst>
                                      </p:cBhvr>
                                      <p:tavLst>
                                        <p:tav tm="0">
                                          <p:val>
                                            <p:fltVal val="0"/>
                                          </p:val>
                                        </p:tav>
                                        <p:tav tm="100000">
                                          <p:val>
                                            <p:strVal val="#ppt_h"/>
                                          </p:val>
                                        </p:tav>
                                      </p:tavLst>
                                    </p:anim>
                                    <p:anim calcmode="lin" valueType="num">
                                      <p:cBhvr>
                                        <p:cTn id="9" dur="1000" fill="hold"/>
                                        <p:tgtEl>
                                          <p:spTgt spid="11"/>
                                        </p:tgtEl>
                                        <p:attrNameLst>
                                          <p:attrName>style.rotation</p:attrName>
                                        </p:attrNameLst>
                                      </p:cBhvr>
                                      <p:tavLst>
                                        <p:tav tm="0">
                                          <p:val>
                                            <p:fltVal val="90"/>
                                          </p:val>
                                        </p:tav>
                                        <p:tav tm="100000">
                                          <p:val>
                                            <p:fltVal val="0"/>
                                          </p:val>
                                        </p:tav>
                                      </p:tavLst>
                                    </p:anim>
                                    <p:animEffect transition="in" filter="fade">
                                      <p:cBhvr>
                                        <p:cTn id="10" dur="1000"/>
                                        <p:tgtEl>
                                          <p:spTgt spid="11"/>
                                        </p:tgtEl>
                                      </p:cBhvr>
                                    </p:animEffect>
                                  </p:childTnLst>
                                </p:cTn>
                              </p:par>
                              <p:par>
                                <p:cTn id="11" presetID="3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p:cTn id="13" dur="1000" fill="hold"/>
                                        <p:tgtEl>
                                          <p:spTgt spid="8"/>
                                        </p:tgtEl>
                                        <p:attrNameLst>
                                          <p:attrName>ppt_w</p:attrName>
                                        </p:attrNameLst>
                                      </p:cBhvr>
                                      <p:tavLst>
                                        <p:tav tm="0">
                                          <p:val>
                                            <p:fltVal val="0"/>
                                          </p:val>
                                        </p:tav>
                                        <p:tav tm="100000">
                                          <p:val>
                                            <p:strVal val="#ppt_w"/>
                                          </p:val>
                                        </p:tav>
                                      </p:tavLst>
                                    </p:anim>
                                    <p:anim calcmode="lin" valueType="num">
                                      <p:cBhvr>
                                        <p:cTn id="14" dur="1000" fill="hold"/>
                                        <p:tgtEl>
                                          <p:spTgt spid="8"/>
                                        </p:tgtEl>
                                        <p:attrNameLst>
                                          <p:attrName>ppt_h</p:attrName>
                                        </p:attrNameLst>
                                      </p:cBhvr>
                                      <p:tavLst>
                                        <p:tav tm="0">
                                          <p:val>
                                            <p:fltVal val="0"/>
                                          </p:val>
                                        </p:tav>
                                        <p:tav tm="100000">
                                          <p:val>
                                            <p:strVal val="#ppt_h"/>
                                          </p:val>
                                        </p:tav>
                                      </p:tavLst>
                                    </p:anim>
                                    <p:anim calcmode="lin" valueType="num">
                                      <p:cBhvr>
                                        <p:cTn id="15" dur="1000" fill="hold"/>
                                        <p:tgtEl>
                                          <p:spTgt spid="8"/>
                                        </p:tgtEl>
                                        <p:attrNameLst>
                                          <p:attrName>style.rotation</p:attrName>
                                        </p:attrNameLst>
                                      </p:cBhvr>
                                      <p:tavLst>
                                        <p:tav tm="0">
                                          <p:val>
                                            <p:fltVal val="90"/>
                                          </p:val>
                                        </p:tav>
                                        <p:tav tm="100000">
                                          <p:val>
                                            <p:fltVal val="0"/>
                                          </p:val>
                                        </p:tav>
                                      </p:tavLst>
                                    </p:anim>
                                    <p:animEffect transition="in" filter="fade">
                                      <p:cBhvr>
                                        <p:cTn id="16" dur="1000"/>
                                        <p:tgtEl>
                                          <p:spTgt spid="8"/>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p:cTn id="21" dur="1000" fill="hold"/>
                                        <p:tgtEl>
                                          <p:spTgt spid="10"/>
                                        </p:tgtEl>
                                        <p:attrNameLst>
                                          <p:attrName>ppt_w</p:attrName>
                                        </p:attrNameLst>
                                      </p:cBhvr>
                                      <p:tavLst>
                                        <p:tav tm="0">
                                          <p:val>
                                            <p:fltVal val="0"/>
                                          </p:val>
                                        </p:tav>
                                        <p:tav tm="100000">
                                          <p:val>
                                            <p:strVal val="#ppt_w"/>
                                          </p:val>
                                        </p:tav>
                                      </p:tavLst>
                                    </p:anim>
                                    <p:anim calcmode="lin" valueType="num">
                                      <p:cBhvr>
                                        <p:cTn id="22" dur="1000" fill="hold"/>
                                        <p:tgtEl>
                                          <p:spTgt spid="10"/>
                                        </p:tgtEl>
                                        <p:attrNameLst>
                                          <p:attrName>ppt_h</p:attrName>
                                        </p:attrNameLst>
                                      </p:cBhvr>
                                      <p:tavLst>
                                        <p:tav tm="0">
                                          <p:val>
                                            <p:fltVal val="0"/>
                                          </p:val>
                                        </p:tav>
                                        <p:tav tm="100000">
                                          <p:val>
                                            <p:strVal val="#ppt_h"/>
                                          </p:val>
                                        </p:tav>
                                      </p:tavLst>
                                    </p:anim>
                                    <p:anim calcmode="lin" valueType="num">
                                      <p:cBhvr>
                                        <p:cTn id="23" dur="1000" fill="hold"/>
                                        <p:tgtEl>
                                          <p:spTgt spid="10"/>
                                        </p:tgtEl>
                                        <p:attrNameLst>
                                          <p:attrName>style.rotation</p:attrName>
                                        </p:attrNameLst>
                                      </p:cBhvr>
                                      <p:tavLst>
                                        <p:tav tm="0">
                                          <p:val>
                                            <p:fltVal val="90"/>
                                          </p:val>
                                        </p:tav>
                                        <p:tav tm="100000">
                                          <p:val>
                                            <p:fltVal val="0"/>
                                          </p:val>
                                        </p:tav>
                                      </p:tavLst>
                                    </p:anim>
                                    <p:animEffect transition="in" filter="fade">
                                      <p:cBhvr>
                                        <p:cTn id="24" dur="1000"/>
                                        <p:tgtEl>
                                          <p:spTgt spid="10"/>
                                        </p:tgtEl>
                                      </p:cBhvr>
                                    </p:animEffect>
                                  </p:childTnLst>
                                </p:cTn>
                              </p:par>
                              <p:par>
                                <p:cTn id="25" presetID="31" presetClass="entr" presetSubtype="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p:cTn id="27" dur="1000" fill="hold"/>
                                        <p:tgtEl>
                                          <p:spTgt spid="9"/>
                                        </p:tgtEl>
                                        <p:attrNameLst>
                                          <p:attrName>ppt_w</p:attrName>
                                        </p:attrNameLst>
                                      </p:cBhvr>
                                      <p:tavLst>
                                        <p:tav tm="0">
                                          <p:val>
                                            <p:fltVal val="0"/>
                                          </p:val>
                                        </p:tav>
                                        <p:tav tm="100000">
                                          <p:val>
                                            <p:strVal val="#ppt_w"/>
                                          </p:val>
                                        </p:tav>
                                      </p:tavLst>
                                    </p:anim>
                                    <p:anim calcmode="lin" valueType="num">
                                      <p:cBhvr>
                                        <p:cTn id="28" dur="1000" fill="hold"/>
                                        <p:tgtEl>
                                          <p:spTgt spid="9"/>
                                        </p:tgtEl>
                                        <p:attrNameLst>
                                          <p:attrName>ppt_h</p:attrName>
                                        </p:attrNameLst>
                                      </p:cBhvr>
                                      <p:tavLst>
                                        <p:tav tm="0">
                                          <p:val>
                                            <p:fltVal val="0"/>
                                          </p:val>
                                        </p:tav>
                                        <p:tav tm="100000">
                                          <p:val>
                                            <p:strVal val="#ppt_h"/>
                                          </p:val>
                                        </p:tav>
                                      </p:tavLst>
                                    </p:anim>
                                    <p:anim calcmode="lin" valueType="num">
                                      <p:cBhvr>
                                        <p:cTn id="29" dur="1000" fill="hold"/>
                                        <p:tgtEl>
                                          <p:spTgt spid="9"/>
                                        </p:tgtEl>
                                        <p:attrNameLst>
                                          <p:attrName>style.rotation</p:attrName>
                                        </p:attrNameLst>
                                      </p:cBhvr>
                                      <p:tavLst>
                                        <p:tav tm="0">
                                          <p:val>
                                            <p:fltVal val="90"/>
                                          </p:val>
                                        </p:tav>
                                        <p:tav tm="100000">
                                          <p:val>
                                            <p:fltVal val="0"/>
                                          </p:val>
                                        </p:tav>
                                      </p:tavLst>
                                    </p:anim>
                                    <p:animEffect transition="in" filter="fade">
                                      <p:cBhvr>
                                        <p:cTn id="30"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1C636244-2E07-79A2-0237-CA820BA59EE4}"/>
              </a:ext>
            </a:extLst>
          </p:cNvPr>
          <p:cNvPicPr>
            <a:picLocks noChangeAspect="1"/>
          </p:cNvPicPr>
          <p:nvPr/>
        </p:nvPicPr>
        <p:blipFill>
          <a:blip r:embed="rId2"/>
          <a:stretch>
            <a:fillRect/>
          </a:stretch>
        </p:blipFill>
        <p:spPr>
          <a:xfrm>
            <a:off x="3938725" y="766915"/>
            <a:ext cx="3444538" cy="5576897"/>
          </a:xfrm>
          <a:prstGeom prst="rect">
            <a:avLst/>
          </a:prstGeom>
        </p:spPr>
      </p:pic>
      <p:sp>
        <p:nvSpPr>
          <p:cNvPr id="6" name="ZoneTexte 5">
            <a:extLst>
              <a:ext uri="{FF2B5EF4-FFF2-40B4-BE49-F238E27FC236}">
                <a16:creationId xmlns:a16="http://schemas.microsoft.com/office/drawing/2014/main" id="{DDBEF586-D9E8-6D06-FC88-D36495F61235}"/>
              </a:ext>
            </a:extLst>
          </p:cNvPr>
          <p:cNvSpPr txBox="1"/>
          <p:nvPr/>
        </p:nvSpPr>
        <p:spPr>
          <a:xfrm>
            <a:off x="880495" y="514187"/>
            <a:ext cx="4643022" cy="338554"/>
          </a:xfrm>
          <a:prstGeom prst="rect">
            <a:avLst/>
          </a:prstGeom>
          <a:noFill/>
        </p:spPr>
        <p:txBody>
          <a:bodyPr wrap="square" rtlCol="0">
            <a:spAutoFit/>
          </a:bodyPr>
          <a:lstStyle/>
          <a:p>
            <a:r>
              <a:rPr lang="fr-FR" sz="1600" b="1" dirty="0">
                <a:solidFill>
                  <a:srgbClr val="FF0000"/>
                </a:solidFill>
                <a:latin typeface="Times New Roman" panose="02020603050405020304" pitchFamily="18" charset="0"/>
                <a:cs typeface="Times New Roman" panose="02020603050405020304" pitchFamily="18" charset="0"/>
              </a:rPr>
              <a:t>La page de </a:t>
            </a:r>
            <a:r>
              <a:rPr lang="fr-FR" sz="1600" b="1" dirty="0" err="1">
                <a:solidFill>
                  <a:srgbClr val="FF0000"/>
                </a:solidFill>
                <a:latin typeface="Times New Roman" panose="02020603050405020304" pitchFamily="18" charset="0"/>
                <a:cs typeface="Times New Roman" panose="02020603050405020304" pitchFamily="18" charset="0"/>
              </a:rPr>
              <a:t>paiemen</a:t>
            </a:r>
            <a:r>
              <a:rPr lang="fr-FR" sz="1600" b="1" dirty="0">
                <a:solidFill>
                  <a:srgbClr val="FF0000"/>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95480063"/>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e 3">
            <a:extLst>
              <a:ext uri="{FF2B5EF4-FFF2-40B4-BE49-F238E27FC236}">
                <a16:creationId xmlns:a16="http://schemas.microsoft.com/office/drawing/2014/main" id="{E867CF59-9F8A-E7CF-CA96-632A2966EB07}"/>
              </a:ext>
            </a:extLst>
          </p:cNvPr>
          <p:cNvGrpSpPr/>
          <p:nvPr/>
        </p:nvGrpSpPr>
        <p:grpSpPr>
          <a:xfrm>
            <a:off x="3553996" y="102029"/>
            <a:ext cx="9001957" cy="400109"/>
            <a:chOff x="5095196" y="338721"/>
            <a:chExt cx="3560531" cy="199962"/>
          </a:xfrm>
        </p:grpSpPr>
        <p:sp>
          <p:nvSpPr>
            <p:cNvPr id="5" name="ZoneTexte 4">
              <a:extLst>
                <a:ext uri="{FF2B5EF4-FFF2-40B4-BE49-F238E27FC236}">
                  <a16:creationId xmlns:a16="http://schemas.microsoft.com/office/drawing/2014/main" id="{D6F1B3D1-8190-BCAD-82A7-7BC4337EEADB}"/>
                </a:ext>
              </a:extLst>
            </p:cNvPr>
            <p:cNvSpPr txBox="1"/>
            <p:nvPr/>
          </p:nvSpPr>
          <p:spPr>
            <a:xfrm>
              <a:off x="5095196" y="338721"/>
              <a:ext cx="3560531" cy="199962"/>
            </a:xfrm>
            <a:prstGeom prst="rect">
              <a:avLst/>
            </a:prstGeom>
            <a:noFill/>
          </p:spPr>
          <p:txBody>
            <a:bodyPr wrap="square" rtlCol="0" anchor="ctr">
              <a:spAutoFit/>
            </a:bodyPr>
            <a:lstStyle/>
            <a:p>
              <a:r>
                <a:rPr lang="fr-FR" sz="2000" b="1" i="1" dirty="0">
                  <a:solidFill>
                    <a:srgbClr val="002060"/>
                  </a:solidFill>
                  <a:latin typeface="Times New Roman" panose="02020603050405020304" pitchFamily="18" charset="0"/>
                  <a:cs typeface="Times New Roman" panose="02020603050405020304" pitchFamily="18" charset="0"/>
                </a:rPr>
                <a:t>LES OUTILS ET LES LANGUAGES UTILISÉS</a:t>
              </a:r>
            </a:p>
          </p:txBody>
        </p:sp>
        <p:cxnSp>
          <p:nvCxnSpPr>
            <p:cNvPr id="6" name="Connecteur droit 5">
              <a:extLst>
                <a:ext uri="{FF2B5EF4-FFF2-40B4-BE49-F238E27FC236}">
                  <a16:creationId xmlns:a16="http://schemas.microsoft.com/office/drawing/2014/main" id="{EA3BE462-C9B1-E8D1-FB4B-08373414D974}"/>
                </a:ext>
              </a:extLst>
            </p:cNvPr>
            <p:cNvCxnSpPr>
              <a:cxnSpLocks/>
            </p:cNvCxnSpPr>
            <p:nvPr/>
          </p:nvCxnSpPr>
          <p:spPr>
            <a:xfrm>
              <a:off x="5095196" y="538683"/>
              <a:ext cx="2092768" cy="0"/>
            </a:xfrm>
            <a:prstGeom prst="line">
              <a:avLst/>
            </a:prstGeom>
          </p:spPr>
          <p:style>
            <a:lnRef idx="1">
              <a:schemeClr val="accent6"/>
            </a:lnRef>
            <a:fillRef idx="0">
              <a:schemeClr val="accent6"/>
            </a:fillRef>
            <a:effectRef idx="0">
              <a:schemeClr val="accent6"/>
            </a:effectRef>
            <a:fontRef idx="minor">
              <a:schemeClr val="tx1"/>
            </a:fontRef>
          </p:style>
        </p:cxnSp>
      </p:grpSp>
      <p:sp>
        <p:nvSpPr>
          <p:cNvPr id="8" name="ZoneTexte 7">
            <a:extLst>
              <a:ext uri="{FF2B5EF4-FFF2-40B4-BE49-F238E27FC236}">
                <a16:creationId xmlns:a16="http://schemas.microsoft.com/office/drawing/2014/main" id="{2300A9B4-067F-CBEE-2BC6-2F5DAB2D6488}"/>
              </a:ext>
            </a:extLst>
          </p:cNvPr>
          <p:cNvSpPr txBox="1"/>
          <p:nvPr/>
        </p:nvSpPr>
        <p:spPr>
          <a:xfrm>
            <a:off x="876597" y="1065320"/>
            <a:ext cx="8744505" cy="6001643"/>
          </a:xfrm>
          <a:prstGeom prst="rect">
            <a:avLst/>
          </a:prstGeom>
          <a:noFill/>
        </p:spPr>
        <p:txBody>
          <a:bodyPr wrap="square" rtlCol="0">
            <a:spAutoFit/>
          </a:bodyPr>
          <a:lstStyle/>
          <a:p>
            <a:r>
              <a:rPr lang="fr-FR" sz="1600" b="0" i="0" dirty="0">
                <a:solidFill>
                  <a:srgbClr val="374151"/>
                </a:solidFill>
                <a:effectLst/>
                <a:latin typeface="Söhne"/>
              </a:rPr>
              <a:t>      </a:t>
            </a:r>
            <a:r>
              <a:rPr lang="fr-FR" sz="1600" b="0" i="0" dirty="0">
                <a:effectLst/>
                <a:latin typeface="Söhne"/>
              </a:rPr>
              <a:t>Les outils de développement de site web sont essentiels pour les développeurs et les concepteurs afin de créer des sites web attrayants, fonctionnels et interactifs. Ces outils offrent des fonctionnalités avancées et des environnements de développement adaptés aux besoins spécifiques du projet.</a:t>
            </a:r>
            <a:endParaRPr lang="ar-MA" sz="1600" b="0" i="0" dirty="0">
              <a:effectLst/>
              <a:latin typeface="Söhne"/>
            </a:endParaRPr>
          </a:p>
          <a:p>
            <a:r>
              <a:rPr lang="fr-FR" sz="1600" dirty="0"/>
              <a:t>Pour nous, nous avons utilisé</a:t>
            </a:r>
            <a:r>
              <a:rPr lang="ar-MA" sz="1600" dirty="0"/>
              <a:t> : </a:t>
            </a:r>
            <a:endParaRPr lang="en-US" sz="1600" dirty="0"/>
          </a:p>
          <a:p>
            <a:endParaRPr lang="en-US" sz="1600" dirty="0"/>
          </a:p>
          <a:p>
            <a:pPr lvl="1"/>
            <a:r>
              <a:rPr lang="fr-FR" sz="1600" b="1" i="0" dirty="0">
                <a:solidFill>
                  <a:srgbClr val="FFC000"/>
                </a:solidFill>
                <a:effectLst/>
                <a:latin typeface="Times New Roman" panose="02020603050405020304" pitchFamily="18" charset="0"/>
                <a:cs typeface="Times New Roman" panose="02020603050405020304" pitchFamily="18" charset="0"/>
              </a:rPr>
              <a:t>Éditeurs de code : </a:t>
            </a:r>
            <a:r>
              <a:rPr lang="fr-FR" sz="1600" b="1" i="1" u="sng" dirty="0">
                <a:solidFill>
                  <a:srgbClr val="00B0F0"/>
                </a:solidFill>
                <a:effectLst/>
                <a:latin typeface="Times New Roman" panose="02020603050405020304" pitchFamily="18" charset="0"/>
                <a:cs typeface="Times New Roman" panose="02020603050405020304" pitchFamily="18" charset="0"/>
              </a:rPr>
              <a:t>Visual Studio Code</a:t>
            </a:r>
          </a:p>
          <a:p>
            <a:pPr lvl="1"/>
            <a:endParaRPr lang="en-US" sz="1600" b="1" i="0" dirty="0">
              <a:solidFill>
                <a:srgbClr val="FFC000"/>
              </a:solidFill>
              <a:effectLst/>
              <a:latin typeface="Söhne"/>
            </a:endParaRPr>
          </a:p>
          <a:p>
            <a:pPr lvl="1"/>
            <a:r>
              <a:rPr lang="fr-FR" sz="1600" b="1" i="0" dirty="0" err="1">
                <a:solidFill>
                  <a:srgbClr val="FFC000"/>
                </a:solidFill>
                <a:effectLst/>
                <a:latin typeface="Times New Roman" panose="02020603050405020304" pitchFamily="18" charset="0"/>
                <a:cs typeface="Times New Roman" panose="02020603050405020304" pitchFamily="18" charset="0"/>
              </a:rPr>
              <a:t>Frameworks</a:t>
            </a:r>
            <a:r>
              <a:rPr lang="fr-FR" sz="1600" b="1" i="0" dirty="0">
                <a:solidFill>
                  <a:srgbClr val="FFC000"/>
                </a:solidFill>
                <a:effectLst/>
                <a:latin typeface="Times New Roman" panose="02020603050405020304" pitchFamily="18" charset="0"/>
                <a:cs typeface="Times New Roman" panose="02020603050405020304" pitchFamily="18" charset="0"/>
              </a:rPr>
              <a:t> –langages</a:t>
            </a:r>
            <a:r>
              <a:rPr lang="fr-FR" sz="1600" b="1" dirty="0">
                <a:solidFill>
                  <a:srgbClr val="FFC000"/>
                </a:solidFill>
                <a:latin typeface="Times New Roman" panose="02020603050405020304" pitchFamily="18" charset="0"/>
                <a:cs typeface="Times New Roman" panose="02020603050405020304" pitchFamily="18" charset="0"/>
              </a:rPr>
              <a:t> </a:t>
            </a:r>
            <a:r>
              <a:rPr lang="fr-FR" sz="1600" b="1" i="0" dirty="0">
                <a:solidFill>
                  <a:srgbClr val="FFC000"/>
                </a:solidFill>
                <a:effectLst/>
                <a:latin typeface="Times New Roman" panose="02020603050405020304" pitchFamily="18" charset="0"/>
                <a:cs typeface="Times New Roman" panose="02020603050405020304" pitchFamily="18" charset="0"/>
              </a:rPr>
              <a:t>de développement web :</a:t>
            </a:r>
          </a:p>
          <a:p>
            <a:pPr lvl="1"/>
            <a:endParaRPr lang="fr-FR" sz="1600" b="1" i="0" dirty="0">
              <a:solidFill>
                <a:srgbClr val="FFC000"/>
              </a:solidFill>
              <a:effectLst/>
              <a:latin typeface="Times New Roman" panose="02020603050405020304" pitchFamily="18" charset="0"/>
              <a:cs typeface="Times New Roman" panose="02020603050405020304" pitchFamily="18" charset="0"/>
            </a:endParaRPr>
          </a:p>
          <a:p>
            <a:pPr lvl="1"/>
            <a:r>
              <a:rPr lang="fr-FR" sz="1600" b="1" i="1" u="sng" dirty="0" err="1">
                <a:solidFill>
                  <a:srgbClr val="00B0F0"/>
                </a:solidFill>
                <a:latin typeface="Times New Roman" panose="02020603050405020304" pitchFamily="18" charset="0"/>
                <a:cs typeface="Times New Roman" panose="02020603050405020304" pitchFamily="18" charset="0"/>
              </a:rPr>
              <a:t>Laravel</a:t>
            </a:r>
            <a:r>
              <a:rPr lang="fr-FR" sz="1600" b="1" i="1" dirty="0">
                <a:solidFill>
                  <a:srgbClr val="00B0F0"/>
                </a:solidFill>
                <a:latin typeface="Times New Roman" panose="02020603050405020304" pitchFamily="18" charset="0"/>
                <a:cs typeface="Times New Roman" panose="02020603050405020304" pitchFamily="18" charset="0"/>
              </a:rPr>
              <a:t>            </a:t>
            </a:r>
            <a:r>
              <a:rPr lang="fr-FR" sz="1600" b="1" i="1" u="sng" dirty="0" err="1">
                <a:solidFill>
                  <a:srgbClr val="00B0F0"/>
                </a:solidFill>
                <a:latin typeface="Times New Roman" panose="02020603050405020304" pitchFamily="18" charset="0"/>
                <a:cs typeface="Times New Roman" panose="02020603050405020304" pitchFamily="18" charset="0"/>
              </a:rPr>
              <a:t>Php</a:t>
            </a:r>
            <a:r>
              <a:rPr lang="fr-FR" sz="1600" b="1" i="1" dirty="0">
                <a:solidFill>
                  <a:srgbClr val="00B0F0"/>
                </a:solidFill>
                <a:latin typeface="Times New Roman" panose="02020603050405020304" pitchFamily="18" charset="0"/>
                <a:cs typeface="Times New Roman" panose="02020603050405020304" pitchFamily="18" charset="0"/>
              </a:rPr>
              <a:t>             </a:t>
            </a:r>
            <a:r>
              <a:rPr lang="fr-FR" sz="1600" b="1" i="1" u="sng" dirty="0">
                <a:solidFill>
                  <a:srgbClr val="00B0F0"/>
                </a:solidFill>
                <a:latin typeface="Times New Roman" panose="02020603050405020304" pitchFamily="18" charset="0"/>
                <a:cs typeface="Times New Roman" panose="02020603050405020304" pitchFamily="18" charset="0"/>
              </a:rPr>
              <a:t>JavaScript</a:t>
            </a:r>
            <a:r>
              <a:rPr lang="fr-FR" sz="1600" b="1" i="1" dirty="0">
                <a:solidFill>
                  <a:srgbClr val="00B0F0"/>
                </a:solidFill>
                <a:latin typeface="Times New Roman" panose="02020603050405020304" pitchFamily="18" charset="0"/>
                <a:cs typeface="Times New Roman" panose="02020603050405020304" pitchFamily="18" charset="0"/>
              </a:rPr>
              <a:t>          </a:t>
            </a:r>
            <a:r>
              <a:rPr lang="fr-FR" sz="1600" b="1" i="1" u="sng" dirty="0">
                <a:solidFill>
                  <a:srgbClr val="00B0F0"/>
                </a:solidFill>
                <a:latin typeface="Times New Roman" panose="02020603050405020304" pitchFamily="18" charset="0"/>
                <a:cs typeface="Times New Roman" panose="02020603050405020304" pitchFamily="18" charset="0"/>
              </a:rPr>
              <a:t>Html</a:t>
            </a:r>
            <a:r>
              <a:rPr lang="fr-FR" sz="1600" b="1" i="1" dirty="0">
                <a:solidFill>
                  <a:srgbClr val="00B0F0"/>
                </a:solidFill>
                <a:latin typeface="Times New Roman" panose="02020603050405020304" pitchFamily="18" charset="0"/>
                <a:cs typeface="Times New Roman" panose="02020603050405020304" pitchFamily="18" charset="0"/>
              </a:rPr>
              <a:t>             </a:t>
            </a:r>
            <a:r>
              <a:rPr lang="fr-FR" sz="1600" b="1" i="1" u="sng" dirty="0" err="1">
                <a:solidFill>
                  <a:srgbClr val="00B0F0"/>
                </a:solidFill>
                <a:latin typeface="Times New Roman" panose="02020603050405020304" pitchFamily="18" charset="0"/>
                <a:cs typeface="Times New Roman" panose="02020603050405020304" pitchFamily="18" charset="0"/>
              </a:rPr>
              <a:t>Css</a:t>
            </a:r>
            <a:r>
              <a:rPr lang="fr-FR" sz="1600" b="1" i="1" dirty="0">
                <a:solidFill>
                  <a:srgbClr val="00B0F0"/>
                </a:solidFill>
                <a:latin typeface="Times New Roman" panose="02020603050405020304" pitchFamily="18" charset="0"/>
                <a:cs typeface="Times New Roman" panose="02020603050405020304" pitchFamily="18" charset="0"/>
              </a:rPr>
              <a:t>             </a:t>
            </a:r>
            <a:r>
              <a:rPr lang="fr-FR" sz="1600" b="1" i="1" u="sng" dirty="0">
                <a:solidFill>
                  <a:srgbClr val="00B0F0"/>
                </a:solidFill>
                <a:latin typeface="Times New Roman" panose="02020603050405020304" pitchFamily="18" charset="0"/>
                <a:cs typeface="Times New Roman" panose="02020603050405020304" pitchFamily="18" charset="0"/>
              </a:rPr>
              <a:t>Bootstrap</a:t>
            </a:r>
            <a:endParaRPr lang="fr-FR" sz="1600" b="1" i="1" u="sng" dirty="0">
              <a:solidFill>
                <a:srgbClr val="00B0F0"/>
              </a:solidFill>
              <a:effectLst/>
              <a:latin typeface="Times New Roman" panose="02020603050405020304" pitchFamily="18" charset="0"/>
              <a:cs typeface="Times New Roman" panose="02020603050405020304" pitchFamily="18" charset="0"/>
            </a:endParaRPr>
          </a:p>
          <a:p>
            <a:pPr lvl="1"/>
            <a:r>
              <a:rPr lang="fr-FR" sz="1600" b="1" dirty="0">
                <a:solidFill>
                  <a:srgbClr val="FFC000"/>
                </a:solidFill>
                <a:latin typeface="Söhne"/>
              </a:rPr>
              <a:t> </a:t>
            </a:r>
          </a:p>
          <a:p>
            <a:pPr lvl="1"/>
            <a:endParaRPr lang="en-US" sz="1600" b="1" dirty="0">
              <a:solidFill>
                <a:srgbClr val="FFC000"/>
              </a:solidFill>
              <a:latin typeface="Söhne"/>
            </a:endParaRPr>
          </a:p>
          <a:p>
            <a:pPr lvl="1"/>
            <a:endParaRPr lang="en-US" sz="1600" b="1" dirty="0">
              <a:solidFill>
                <a:srgbClr val="FFC000"/>
              </a:solidFill>
              <a:latin typeface="Söhne"/>
            </a:endParaRPr>
          </a:p>
          <a:p>
            <a:pPr lvl="1"/>
            <a:endParaRPr lang="en-US" sz="1600" b="1" dirty="0">
              <a:solidFill>
                <a:srgbClr val="FFC000"/>
              </a:solidFill>
              <a:latin typeface="Söhne"/>
            </a:endParaRPr>
          </a:p>
          <a:p>
            <a:pPr lvl="1"/>
            <a:endParaRPr lang="en-US" sz="1600" b="1" dirty="0">
              <a:solidFill>
                <a:srgbClr val="FFC000"/>
              </a:solidFill>
              <a:latin typeface="Times New Roman" panose="02020603050405020304" pitchFamily="18" charset="0"/>
              <a:cs typeface="Times New Roman" panose="02020603050405020304" pitchFamily="18" charset="0"/>
            </a:endParaRPr>
          </a:p>
          <a:p>
            <a:pPr lvl="1"/>
            <a:r>
              <a:rPr lang="en-US" sz="1600" b="1" dirty="0">
                <a:solidFill>
                  <a:srgbClr val="FFC000"/>
                </a:solidFill>
                <a:latin typeface="Times New Roman" panose="02020603050405020304" pitchFamily="18" charset="0"/>
                <a:cs typeface="Times New Roman" panose="02020603050405020304" pitchFamily="18" charset="0"/>
              </a:rPr>
              <a:t>Les packages : </a:t>
            </a:r>
            <a:r>
              <a:rPr lang="en-US" sz="1600" b="1" i="1" u="sng" dirty="0">
                <a:solidFill>
                  <a:srgbClr val="00B0F0"/>
                </a:solidFill>
                <a:latin typeface="Times New Roman" panose="02020603050405020304" pitchFamily="18" charset="0"/>
                <a:cs typeface="Times New Roman" panose="02020603050405020304" pitchFamily="18" charset="0"/>
              </a:rPr>
              <a:t>Jetstream </a:t>
            </a:r>
            <a:r>
              <a:rPr lang="en-US" sz="1600" b="1" i="1" dirty="0">
                <a:solidFill>
                  <a:srgbClr val="00B0F0"/>
                </a:solidFill>
                <a:latin typeface="Times New Roman" panose="02020603050405020304" pitchFamily="18" charset="0"/>
                <a:cs typeface="Times New Roman" panose="02020603050405020304" pitchFamily="18" charset="0"/>
              </a:rPr>
              <a:t>- </a:t>
            </a:r>
            <a:r>
              <a:rPr lang="en-US" sz="1600" b="1" i="1" u="sng" dirty="0">
                <a:solidFill>
                  <a:srgbClr val="00B0F0"/>
                </a:solidFill>
                <a:latin typeface="Times New Roman" panose="02020603050405020304" pitchFamily="18" charset="0"/>
                <a:cs typeface="Times New Roman" panose="02020603050405020304" pitchFamily="18" charset="0"/>
              </a:rPr>
              <a:t>Livewire</a:t>
            </a:r>
          </a:p>
          <a:p>
            <a:pPr lvl="1"/>
            <a:endParaRPr lang="fr-FR" sz="1600" b="1" i="0" dirty="0">
              <a:solidFill>
                <a:srgbClr val="FFC000"/>
              </a:solidFill>
              <a:effectLst/>
              <a:latin typeface="Söhne"/>
            </a:endParaRPr>
          </a:p>
          <a:p>
            <a:pPr lvl="1"/>
            <a:r>
              <a:rPr lang="fr-FR" sz="1600" b="1" i="0" dirty="0">
                <a:solidFill>
                  <a:srgbClr val="FFC000"/>
                </a:solidFill>
                <a:effectLst/>
                <a:latin typeface="Times New Roman" panose="02020603050405020304" pitchFamily="18" charset="0"/>
                <a:cs typeface="Times New Roman" panose="02020603050405020304" pitchFamily="18" charset="0"/>
              </a:rPr>
              <a:t>Outils de conception :</a:t>
            </a:r>
          </a:p>
          <a:p>
            <a:pPr lvl="1"/>
            <a:endParaRPr lang="fr-FR" sz="1600" b="1" i="1" u="sng" dirty="0">
              <a:solidFill>
                <a:srgbClr val="FFC000"/>
              </a:solidFill>
              <a:latin typeface="Söhne"/>
            </a:endParaRPr>
          </a:p>
          <a:p>
            <a:pPr lvl="1"/>
            <a:r>
              <a:rPr lang="fr-FR" sz="1600" b="1" i="1" u="sng" dirty="0" err="1">
                <a:solidFill>
                  <a:srgbClr val="00B0F0"/>
                </a:solidFill>
                <a:latin typeface="Times New Roman" panose="02020603050405020304" pitchFamily="18" charset="0"/>
                <a:cs typeface="Times New Roman" panose="02020603050405020304" pitchFamily="18" charset="0"/>
              </a:rPr>
              <a:t>Figma</a:t>
            </a:r>
            <a:r>
              <a:rPr lang="fr-FR" sz="1600" b="1" i="1" dirty="0">
                <a:solidFill>
                  <a:srgbClr val="00B0F0"/>
                </a:solidFill>
                <a:latin typeface="Times New Roman" panose="02020603050405020304" pitchFamily="18" charset="0"/>
                <a:cs typeface="Times New Roman" panose="02020603050405020304" pitchFamily="18" charset="0"/>
              </a:rPr>
              <a:t>                     </a:t>
            </a:r>
            <a:r>
              <a:rPr lang="fr-FR" sz="1600" b="1" i="1" u="sng" dirty="0">
                <a:solidFill>
                  <a:srgbClr val="00B0F0"/>
                </a:solidFill>
                <a:latin typeface="Times New Roman" panose="02020603050405020304" pitchFamily="18" charset="0"/>
                <a:cs typeface="Times New Roman" panose="02020603050405020304" pitchFamily="18" charset="0"/>
              </a:rPr>
              <a:t> </a:t>
            </a:r>
            <a:r>
              <a:rPr lang="fr-FR" sz="1600" b="1" i="1" u="sng" dirty="0" err="1">
                <a:solidFill>
                  <a:srgbClr val="00B0F0"/>
                </a:solidFill>
                <a:latin typeface="Times New Roman" panose="02020603050405020304" pitchFamily="18" charset="0"/>
                <a:cs typeface="Times New Roman" panose="02020603050405020304" pitchFamily="18" charset="0"/>
              </a:rPr>
              <a:t>StarUml</a:t>
            </a:r>
            <a:endParaRPr lang="fr-FR" sz="1600" b="1" i="0" dirty="0">
              <a:solidFill>
                <a:srgbClr val="FFC000"/>
              </a:solidFill>
              <a:effectLst/>
              <a:latin typeface="Söhne"/>
            </a:endParaRPr>
          </a:p>
          <a:p>
            <a:pPr lvl="1"/>
            <a:endParaRPr lang="fr-FR" sz="1600" b="1" dirty="0">
              <a:solidFill>
                <a:srgbClr val="FFC000"/>
              </a:solidFill>
              <a:latin typeface="Söhne"/>
            </a:endParaRPr>
          </a:p>
          <a:p>
            <a:pPr lvl="1"/>
            <a:endParaRPr lang="fr-FR" sz="1600" b="1" i="0" dirty="0">
              <a:solidFill>
                <a:srgbClr val="FFC000"/>
              </a:solidFill>
              <a:effectLst/>
              <a:latin typeface="Söhne"/>
            </a:endParaRPr>
          </a:p>
          <a:p>
            <a:pPr lvl="1"/>
            <a:endParaRPr lang="en-US" sz="1600" b="1" dirty="0">
              <a:solidFill>
                <a:srgbClr val="FFC000"/>
              </a:solidFill>
            </a:endParaRPr>
          </a:p>
          <a:p>
            <a:endParaRPr lang="fr-FR" sz="1600" dirty="0"/>
          </a:p>
        </p:txBody>
      </p:sp>
      <p:pic>
        <p:nvPicPr>
          <p:cNvPr id="15" name="Image 14" descr="Une image contenant Graphique, capture d’écran, symbole, ligne&#10;&#10;Description générée automatiquement">
            <a:extLst>
              <a:ext uri="{FF2B5EF4-FFF2-40B4-BE49-F238E27FC236}">
                <a16:creationId xmlns:a16="http://schemas.microsoft.com/office/drawing/2014/main" id="{E12E5BCC-7D19-71B2-EC32-4373F873445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64963" y="2286550"/>
            <a:ext cx="319594" cy="367873"/>
          </a:xfrm>
          <a:prstGeom prst="rect">
            <a:avLst/>
          </a:prstGeom>
        </p:spPr>
      </p:pic>
      <p:pic>
        <p:nvPicPr>
          <p:cNvPr id="17" name="Image 16" descr="Une image contenant Caractère coloré, Graphique, cercle, graphisme&#10;&#10;Description générée automatiquement">
            <a:extLst>
              <a:ext uri="{FF2B5EF4-FFF2-40B4-BE49-F238E27FC236}">
                <a16:creationId xmlns:a16="http://schemas.microsoft.com/office/drawing/2014/main" id="{03BC7160-A2ED-9203-8F36-E91B9C48F0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7160" y="6059010"/>
            <a:ext cx="665825" cy="696346"/>
          </a:xfrm>
          <a:prstGeom prst="rect">
            <a:avLst/>
          </a:prstGeom>
        </p:spPr>
      </p:pic>
      <p:pic>
        <p:nvPicPr>
          <p:cNvPr id="19" name="Image 18" descr="Une image contenant étoile, triangle, Arts créatifs, créativité&#10;&#10;Description générée automatiquement">
            <a:extLst>
              <a:ext uri="{FF2B5EF4-FFF2-40B4-BE49-F238E27FC236}">
                <a16:creationId xmlns:a16="http://schemas.microsoft.com/office/drawing/2014/main" id="{5BEDDE3A-D759-CAA1-B5D3-867287E75AC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88462" y="6059010"/>
            <a:ext cx="949911" cy="696346"/>
          </a:xfrm>
          <a:prstGeom prst="rect">
            <a:avLst/>
          </a:prstGeom>
        </p:spPr>
      </p:pic>
      <p:pic>
        <p:nvPicPr>
          <p:cNvPr id="21" name="Image 20" descr="Une image contenant motif, art, Symétrie, conception&#10;&#10;Description générée automatiquement">
            <a:extLst>
              <a:ext uri="{FF2B5EF4-FFF2-40B4-BE49-F238E27FC236}">
                <a16:creationId xmlns:a16="http://schemas.microsoft.com/office/drawing/2014/main" id="{B80B98C6-FF86-2973-E94D-1C47FE7F3E0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62522" y="3841079"/>
            <a:ext cx="727969" cy="696346"/>
          </a:xfrm>
          <a:prstGeom prst="rect">
            <a:avLst/>
          </a:prstGeom>
        </p:spPr>
      </p:pic>
      <p:pic>
        <p:nvPicPr>
          <p:cNvPr id="23" name="Image 22" descr="Une image contenant Police, symbole, logo, Graphique&#10;&#10;Description générée automatiquement">
            <a:extLst>
              <a:ext uri="{FF2B5EF4-FFF2-40B4-BE49-F238E27FC236}">
                <a16:creationId xmlns:a16="http://schemas.microsoft.com/office/drawing/2014/main" id="{F8090DF9-4421-DC9A-20C4-9EB5D3DCBB8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459111" y="3841080"/>
            <a:ext cx="784583" cy="696346"/>
          </a:xfrm>
          <a:prstGeom prst="rect">
            <a:avLst/>
          </a:prstGeom>
        </p:spPr>
      </p:pic>
      <p:pic>
        <p:nvPicPr>
          <p:cNvPr id="31" name="Image 30" descr="Une image contenant Rectangle, jaune, symbole, conception&#10;&#10;Description générée automatiquement">
            <a:extLst>
              <a:ext uri="{FF2B5EF4-FFF2-40B4-BE49-F238E27FC236}">
                <a16:creationId xmlns:a16="http://schemas.microsoft.com/office/drawing/2014/main" id="{4E04FC2C-5636-E0D8-88A0-CB460400922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773005" y="3822314"/>
            <a:ext cx="727969" cy="769861"/>
          </a:xfrm>
          <a:prstGeom prst="rect">
            <a:avLst/>
          </a:prstGeom>
        </p:spPr>
      </p:pic>
      <p:pic>
        <p:nvPicPr>
          <p:cNvPr id="37" name="Image 36" descr="Une image contenant Graphique, rouge, graphisme, orange&#10;&#10;Description générée automatiquement">
            <a:extLst>
              <a:ext uri="{FF2B5EF4-FFF2-40B4-BE49-F238E27FC236}">
                <a16:creationId xmlns:a16="http://schemas.microsoft.com/office/drawing/2014/main" id="{2369B485-8F0A-ADD2-C35D-5817F8D01F0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955204" y="3875653"/>
            <a:ext cx="652888" cy="661773"/>
          </a:xfrm>
          <a:prstGeom prst="rect">
            <a:avLst/>
          </a:prstGeom>
        </p:spPr>
      </p:pic>
      <p:pic>
        <p:nvPicPr>
          <p:cNvPr id="39" name="Image 38" descr="Une image contenant Bleu électrique, symbole, logo, bleu&#10;&#10;Description générée automatiquement">
            <a:extLst>
              <a:ext uri="{FF2B5EF4-FFF2-40B4-BE49-F238E27FC236}">
                <a16:creationId xmlns:a16="http://schemas.microsoft.com/office/drawing/2014/main" id="{B8D0456D-3CF5-F562-BB85-C32554AED20B}"/>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970230" y="3875652"/>
            <a:ext cx="727969" cy="661773"/>
          </a:xfrm>
          <a:prstGeom prst="rect">
            <a:avLst/>
          </a:prstGeom>
        </p:spPr>
      </p:pic>
      <p:pic>
        <p:nvPicPr>
          <p:cNvPr id="43" name="Image 42" descr="Une image contenant logo, symbole, Police, texte&#10;&#10;Description générée automatiquement">
            <a:extLst>
              <a:ext uri="{FF2B5EF4-FFF2-40B4-BE49-F238E27FC236}">
                <a16:creationId xmlns:a16="http://schemas.microsoft.com/office/drawing/2014/main" id="{D7117711-44FF-368F-83BB-BD9009B4D980}"/>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077348" y="3903027"/>
            <a:ext cx="842912" cy="634398"/>
          </a:xfrm>
          <a:prstGeom prst="rect">
            <a:avLst/>
          </a:prstGeom>
        </p:spPr>
      </p:pic>
    </p:spTree>
    <p:extLst>
      <p:ext uri="{BB962C8B-B14F-4D97-AF65-F5344CB8AC3E}">
        <p14:creationId xmlns:p14="http://schemas.microsoft.com/office/powerpoint/2010/main" val="4136115992"/>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75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wipe(down)">
                                      <p:cBhvr>
                                        <p:cTn id="12" dur="750"/>
                                        <p:tgtEl>
                                          <p:spTgt spid="8">
                                            <p:txEl>
                                              <p:pRg st="0" end="0"/>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animEffect transition="in" filter="wipe(down)">
                                      <p:cBhvr>
                                        <p:cTn id="15" dur="750"/>
                                        <p:tgtEl>
                                          <p:spTgt spid="8">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8">
                                            <p:txEl>
                                              <p:pRg st="3" end="3"/>
                                            </p:txEl>
                                          </p:spTgt>
                                        </p:tgtEl>
                                        <p:attrNameLst>
                                          <p:attrName>style.visibility</p:attrName>
                                        </p:attrNameLst>
                                      </p:cBhvr>
                                      <p:to>
                                        <p:strVal val="visible"/>
                                      </p:to>
                                    </p:set>
                                    <p:animEffect transition="in" filter="fade">
                                      <p:cBhvr>
                                        <p:cTn id="20" dur="500"/>
                                        <p:tgtEl>
                                          <p:spTgt spid="8">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fade">
                                      <p:cBhvr>
                                        <p:cTn id="32" dur="500"/>
                                        <p:tgtEl>
                                          <p:spTgt spid="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8">
                                            <p:txEl>
                                              <p:pRg st="7" end="7"/>
                                            </p:txEl>
                                          </p:spTgt>
                                        </p:tgtEl>
                                        <p:attrNameLst>
                                          <p:attrName>style.visibility</p:attrName>
                                        </p:attrNameLst>
                                      </p:cBhvr>
                                      <p:to>
                                        <p:strVal val="visible"/>
                                      </p:to>
                                    </p:set>
                                    <p:animEffect transition="in" filter="fade">
                                      <p:cBhvr>
                                        <p:cTn id="37" dur="1000"/>
                                        <p:tgtEl>
                                          <p:spTgt spid="8">
                                            <p:txEl>
                                              <p:pRg st="7" end="7"/>
                                            </p:txEl>
                                          </p:spTgt>
                                        </p:tgtEl>
                                      </p:cBhvr>
                                    </p:animEffect>
                                    <p:anim calcmode="lin" valueType="num">
                                      <p:cBhvr>
                                        <p:cTn id="38" dur="1000" fill="hold"/>
                                        <p:tgtEl>
                                          <p:spTgt spid="8">
                                            <p:txEl>
                                              <p:pRg st="7" end="7"/>
                                            </p:txEl>
                                          </p:spTgt>
                                        </p:tgtEl>
                                        <p:attrNameLst>
                                          <p:attrName>ppt_x</p:attrName>
                                        </p:attrNameLst>
                                      </p:cBhvr>
                                      <p:tavLst>
                                        <p:tav tm="0">
                                          <p:val>
                                            <p:strVal val="#ppt_x"/>
                                          </p:val>
                                        </p:tav>
                                        <p:tav tm="100000">
                                          <p:val>
                                            <p:strVal val="#ppt_x"/>
                                          </p:val>
                                        </p:tav>
                                      </p:tavLst>
                                    </p:anim>
                                    <p:anim calcmode="lin" valueType="num">
                                      <p:cBhvr>
                                        <p:cTn id="39" dur="1000" fill="hold"/>
                                        <p:tgtEl>
                                          <p:spTgt spid="8">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1000"/>
                                        <p:tgtEl>
                                          <p:spTgt spid="21"/>
                                        </p:tgtEl>
                                      </p:cBhvr>
                                    </p:animEffect>
                                    <p:anim calcmode="lin" valueType="num">
                                      <p:cBhvr>
                                        <p:cTn id="45" dur="1000" fill="hold"/>
                                        <p:tgtEl>
                                          <p:spTgt spid="21"/>
                                        </p:tgtEl>
                                        <p:attrNameLst>
                                          <p:attrName>ppt_x</p:attrName>
                                        </p:attrNameLst>
                                      </p:cBhvr>
                                      <p:tavLst>
                                        <p:tav tm="0">
                                          <p:val>
                                            <p:strVal val="#ppt_x"/>
                                          </p:val>
                                        </p:tav>
                                        <p:tav tm="100000">
                                          <p:val>
                                            <p:strVal val="#ppt_x"/>
                                          </p:val>
                                        </p:tav>
                                      </p:tavLst>
                                    </p:anim>
                                    <p:anim calcmode="lin" valueType="num">
                                      <p:cBhvr>
                                        <p:cTn id="46" dur="1000" fill="hold"/>
                                        <p:tgtEl>
                                          <p:spTgt spid="21"/>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1000"/>
                                        <p:tgtEl>
                                          <p:spTgt spid="23"/>
                                        </p:tgtEl>
                                      </p:cBhvr>
                                    </p:animEffect>
                                    <p:anim calcmode="lin" valueType="num">
                                      <p:cBhvr>
                                        <p:cTn id="50" dur="1000" fill="hold"/>
                                        <p:tgtEl>
                                          <p:spTgt spid="23"/>
                                        </p:tgtEl>
                                        <p:attrNameLst>
                                          <p:attrName>ppt_x</p:attrName>
                                        </p:attrNameLst>
                                      </p:cBhvr>
                                      <p:tavLst>
                                        <p:tav tm="0">
                                          <p:val>
                                            <p:strVal val="#ppt_x"/>
                                          </p:val>
                                        </p:tav>
                                        <p:tav tm="100000">
                                          <p:val>
                                            <p:strVal val="#ppt_x"/>
                                          </p:val>
                                        </p:tav>
                                      </p:tavLst>
                                    </p:anim>
                                    <p:anim calcmode="lin" valueType="num">
                                      <p:cBhvr>
                                        <p:cTn id="51" dur="1000" fill="hold"/>
                                        <p:tgtEl>
                                          <p:spTgt spid="23"/>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31"/>
                                        </p:tgtEl>
                                        <p:attrNameLst>
                                          <p:attrName>style.visibility</p:attrName>
                                        </p:attrNameLst>
                                      </p:cBhvr>
                                      <p:to>
                                        <p:strVal val="visible"/>
                                      </p:to>
                                    </p:set>
                                    <p:animEffect transition="in" filter="fade">
                                      <p:cBhvr>
                                        <p:cTn id="54" dur="1000"/>
                                        <p:tgtEl>
                                          <p:spTgt spid="31"/>
                                        </p:tgtEl>
                                      </p:cBhvr>
                                    </p:animEffect>
                                    <p:anim calcmode="lin" valueType="num">
                                      <p:cBhvr>
                                        <p:cTn id="55" dur="1000" fill="hold"/>
                                        <p:tgtEl>
                                          <p:spTgt spid="31"/>
                                        </p:tgtEl>
                                        <p:attrNameLst>
                                          <p:attrName>ppt_x</p:attrName>
                                        </p:attrNameLst>
                                      </p:cBhvr>
                                      <p:tavLst>
                                        <p:tav tm="0">
                                          <p:val>
                                            <p:strVal val="#ppt_x"/>
                                          </p:val>
                                        </p:tav>
                                        <p:tav tm="100000">
                                          <p:val>
                                            <p:strVal val="#ppt_x"/>
                                          </p:val>
                                        </p:tav>
                                      </p:tavLst>
                                    </p:anim>
                                    <p:anim calcmode="lin" valueType="num">
                                      <p:cBhvr>
                                        <p:cTn id="56" dur="1000" fill="hold"/>
                                        <p:tgtEl>
                                          <p:spTgt spid="31"/>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37"/>
                                        </p:tgtEl>
                                        <p:attrNameLst>
                                          <p:attrName>style.visibility</p:attrName>
                                        </p:attrNameLst>
                                      </p:cBhvr>
                                      <p:to>
                                        <p:strVal val="visible"/>
                                      </p:to>
                                    </p:set>
                                    <p:animEffect transition="in" filter="fade">
                                      <p:cBhvr>
                                        <p:cTn id="59" dur="1000"/>
                                        <p:tgtEl>
                                          <p:spTgt spid="37"/>
                                        </p:tgtEl>
                                      </p:cBhvr>
                                    </p:animEffect>
                                    <p:anim calcmode="lin" valueType="num">
                                      <p:cBhvr>
                                        <p:cTn id="60" dur="1000" fill="hold"/>
                                        <p:tgtEl>
                                          <p:spTgt spid="37"/>
                                        </p:tgtEl>
                                        <p:attrNameLst>
                                          <p:attrName>ppt_x</p:attrName>
                                        </p:attrNameLst>
                                      </p:cBhvr>
                                      <p:tavLst>
                                        <p:tav tm="0">
                                          <p:val>
                                            <p:strVal val="#ppt_x"/>
                                          </p:val>
                                        </p:tav>
                                        <p:tav tm="100000">
                                          <p:val>
                                            <p:strVal val="#ppt_x"/>
                                          </p:val>
                                        </p:tav>
                                      </p:tavLst>
                                    </p:anim>
                                    <p:anim calcmode="lin" valueType="num">
                                      <p:cBhvr>
                                        <p:cTn id="61" dur="1000" fill="hold"/>
                                        <p:tgtEl>
                                          <p:spTgt spid="37"/>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39"/>
                                        </p:tgtEl>
                                        <p:attrNameLst>
                                          <p:attrName>style.visibility</p:attrName>
                                        </p:attrNameLst>
                                      </p:cBhvr>
                                      <p:to>
                                        <p:strVal val="visible"/>
                                      </p:to>
                                    </p:set>
                                    <p:animEffect transition="in" filter="fade">
                                      <p:cBhvr>
                                        <p:cTn id="64" dur="1000"/>
                                        <p:tgtEl>
                                          <p:spTgt spid="39"/>
                                        </p:tgtEl>
                                      </p:cBhvr>
                                    </p:animEffect>
                                    <p:anim calcmode="lin" valueType="num">
                                      <p:cBhvr>
                                        <p:cTn id="65" dur="1000" fill="hold"/>
                                        <p:tgtEl>
                                          <p:spTgt spid="39"/>
                                        </p:tgtEl>
                                        <p:attrNameLst>
                                          <p:attrName>ppt_x</p:attrName>
                                        </p:attrNameLst>
                                      </p:cBhvr>
                                      <p:tavLst>
                                        <p:tav tm="0">
                                          <p:val>
                                            <p:strVal val="#ppt_x"/>
                                          </p:val>
                                        </p:tav>
                                        <p:tav tm="100000">
                                          <p:val>
                                            <p:strVal val="#ppt_x"/>
                                          </p:val>
                                        </p:tav>
                                      </p:tavLst>
                                    </p:anim>
                                    <p:anim calcmode="lin" valueType="num">
                                      <p:cBhvr>
                                        <p:cTn id="66" dur="1000" fill="hold"/>
                                        <p:tgtEl>
                                          <p:spTgt spid="39"/>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0"/>
                                  </p:stCondLst>
                                  <p:childTnLst>
                                    <p:set>
                                      <p:cBhvr>
                                        <p:cTn id="68" dur="1" fill="hold">
                                          <p:stCondLst>
                                            <p:cond delay="0"/>
                                          </p:stCondLst>
                                        </p:cTn>
                                        <p:tgtEl>
                                          <p:spTgt spid="43"/>
                                        </p:tgtEl>
                                        <p:attrNameLst>
                                          <p:attrName>style.visibility</p:attrName>
                                        </p:attrNameLst>
                                      </p:cBhvr>
                                      <p:to>
                                        <p:strVal val="visible"/>
                                      </p:to>
                                    </p:set>
                                    <p:animEffect transition="in" filter="fade">
                                      <p:cBhvr>
                                        <p:cTn id="69" dur="1000"/>
                                        <p:tgtEl>
                                          <p:spTgt spid="43"/>
                                        </p:tgtEl>
                                      </p:cBhvr>
                                    </p:animEffect>
                                    <p:anim calcmode="lin" valueType="num">
                                      <p:cBhvr>
                                        <p:cTn id="70" dur="1000" fill="hold"/>
                                        <p:tgtEl>
                                          <p:spTgt spid="43"/>
                                        </p:tgtEl>
                                        <p:attrNameLst>
                                          <p:attrName>ppt_x</p:attrName>
                                        </p:attrNameLst>
                                      </p:cBhvr>
                                      <p:tavLst>
                                        <p:tav tm="0">
                                          <p:val>
                                            <p:strVal val="#ppt_x"/>
                                          </p:val>
                                        </p:tav>
                                        <p:tav tm="100000">
                                          <p:val>
                                            <p:strVal val="#ppt_x"/>
                                          </p:val>
                                        </p:tav>
                                      </p:tavLst>
                                    </p:anim>
                                    <p:anim calcmode="lin" valueType="num">
                                      <p:cBhvr>
                                        <p:cTn id="71"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8">
                                            <p:txEl>
                                              <p:pRg st="13" end="13"/>
                                            </p:txEl>
                                          </p:spTgt>
                                        </p:tgtEl>
                                        <p:attrNameLst>
                                          <p:attrName>style.visibility</p:attrName>
                                        </p:attrNameLst>
                                      </p:cBhvr>
                                      <p:to>
                                        <p:strVal val="visible"/>
                                      </p:to>
                                    </p:set>
                                    <p:animEffect transition="in" filter="fade">
                                      <p:cBhvr>
                                        <p:cTn id="76" dur="500"/>
                                        <p:tgtEl>
                                          <p:spTgt spid="8">
                                            <p:txEl>
                                              <p:pRg st="13" end="13"/>
                                            </p:txEl>
                                          </p:spTgt>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8">
                                            <p:txEl>
                                              <p:pRg st="15" end="15"/>
                                            </p:txEl>
                                          </p:spTgt>
                                        </p:tgtEl>
                                        <p:attrNameLst>
                                          <p:attrName>style.visibility</p:attrName>
                                        </p:attrNameLst>
                                      </p:cBhvr>
                                      <p:to>
                                        <p:strVal val="visible"/>
                                      </p:to>
                                    </p:set>
                                    <p:animEffect transition="in" filter="fade">
                                      <p:cBhvr>
                                        <p:cTn id="81" dur="500"/>
                                        <p:tgtEl>
                                          <p:spTgt spid="8">
                                            <p:txEl>
                                              <p:pRg st="15" end="15"/>
                                            </p:txEl>
                                          </p:spTgt>
                                        </p:tgtEl>
                                      </p:cBhvr>
                                    </p:animEffect>
                                  </p:childTnLst>
                                </p:cTn>
                              </p:par>
                            </p:childTnLst>
                          </p:cTn>
                        </p:par>
                      </p:childTnLst>
                    </p:cTn>
                  </p:par>
                  <p:par>
                    <p:cTn id="82" fill="hold">
                      <p:stCondLst>
                        <p:cond delay="indefinite"/>
                      </p:stCondLst>
                      <p:childTnLst>
                        <p:par>
                          <p:cTn id="83" fill="hold">
                            <p:stCondLst>
                              <p:cond delay="0"/>
                            </p:stCondLst>
                            <p:childTnLst>
                              <p:par>
                                <p:cTn id="84" presetID="42" presetClass="entr" presetSubtype="0" fill="hold" nodeType="clickEffect">
                                  <p:stCondLst>
                                    <p:cond delay="0"/>
                                  </p:stCondLst>
                                  <p:childTnLst>
                                    <p:set>
                                      <p:cBhvr>
                                        <p:cTn id="85" dur="1" fill="hold">
                                          <p:stCondLst>
                                            <p:cond delay="0"/>
                                          </p:stCondLst>
                                        </p:cTn>
                                        <p:tgtEl>
                                          <p:spTgt spid="8">
                                            <p:txEl>
                                              <p:pRg st="17" end="17"/>
                                            </p:txEl>
                                          </p:spTgt>
                                        </p:tgtEl>
                                        <p:attrNameLst>
                                          <p:attrName>style.visibility</p:attrName>
                                        </p:attrNameLst>
                                      </p:cBhvr>
                                      <p:to>
                                        <p:strVal val="visible"/>
                                      </p:to>
                                    </p:set>
                                    <p:animEffect transition="in" filter="fade">
                                      <p:cBhvr>
                                        <p:cTn id="86" dur="1000"/>
                                        <p:tgtEl>
                                          <p:spTgt spid="8">
                                            <p:txEl>
                                              <p:pRg st="17" end="17"/>
                                            </p:txEl>
                                          </p:spTgt>
                                        </p:tgtEl>
                                      </p:cBhvr>
                                    </p:animEffect>
                                    <p:anim calcmode="lin" valueType="num">
                                      <p:cBhvr>
                                        <p:cTn id="87" dur="1000" fill="hold"/>
                                        <p:tgtEl>
                                          <p:spTgt spid="8">
                                            <p:txEl>
                                              <p:pRg st="17" end="17"/>
                                            </p:txEl>
                                          </p:spTgt>
                                        </p:tgtEl>
                                        <p:attrNameLst>
                                          <p:attrName>ppt_x</p:attrName>
                                        </p:attrNameLst>
                                      </p:cBhvr>
                                      <p:tavLst>
                                        <p:tav tm="0">
                                          <p:val>
                                            <p:strVal val="#ppt_x"/>
                                          </p:val>
                                        </p:tav>
                                        <p:tav tm="100000">
                                          <p:val>
                                            <p:strVal val="#ppt_x"/>
                                          </p:val>
                                        </p:tav>
                                      </p:tavLst>
                                    </p:anim>
                                    <p:anim calcmode="lin" valueType="num">
                                      <p:cBhvr>
                                        <p:cTn id="88" dur="1000" fill="hold"/>
                                        <p:tgtEl>
                                          <p:spTgt spid="8">
                                            <p:txEl>
                                              <p:pRg st="17" end="17"/>
                                            </p:txEl>
                                          </p:spTgt>
                                        </p:tgtEl>
                                        <p:attrNameLst>
                                          <p:attrName>ppt_y</p:attrName>
                                        </p:attrNameLst>
                                      </p:cBhvr>
                                      <p:tavLst>
                                        <p:tav tm="0">
                                          <p:val>
                                            <p:strVal val="#ppt_y+.1"/>
                                          </p:val>
                                        </p:tav>
                                        <p:tav tm="100000">
                                          <p:val>
                                            <p:strVal val="#ppt_y"/>
                                          </p:val>
                                        </p:tav>
                                      </p:tavLst>
                                    </p:anim>
                                  </p:childTnLst>
                                </p:cTn>
                              </p:par>
                            </p:childTnLst>
                          </p:cTn>
                        </p:par>
                      </p:childTnLst>
                    </p:cTn>
                  </p:par>
                  <p:par>
                    <p:cTn id="89" fill="hold">
                      <p:stCondLst>
                        <p:cond delay="indefinite"/>
                      </p:stCondLst>
                      <p:childTnLst>
                        <p:par>
                          <p:cTn id="90" fill="hold">
                            <p:stCondLst>
                              <p:cond delay="0"/>
                            </p:stCondLst>
                            <p:childTnLst>
                              <p:par>
                                <p:cTn id="91" presetID="42" presetClass="entr" presetSubtype="0" fill="hold" nodeType="clickEffect">
                                  <p:stCondLst>
                                    <p:cond delay="0"/>
                                  </p:stCondLst>
                                  <p:childTnLst>
                                    <p:set>
                                      <p:cBhvr>
                                        <p:cTn id="92" dur="1" fill="hold">
                                          <p:stCondLst>
                                            <p:cond delay="0"/>
                                          </p:stCondLst>
                                        </p:cTn>
                                        <p:tgtEl>
                                          <p:spTgt spid="17"/>
                                        </p:tgtEl>
                                        <p:attrNameLst>
                                          <p:attrName>style.visibility</p:attrName>
                                        </p:attrNameLst>
                                      </p:cBhvr>
                                      <p:to>
                                        <p:strVal val="visible"/>
                                      </p:to>
                                    </p:set>
                                    <p:animEffect transition="in" filter="fade">
                                      <p:cBhvr>
                                        <p:cTn id="93" dur="1000"/>
                                        <p:tgtEl>
                                          <p:spTgt spid="17"/>
                                        </p:tgtEl>
                                      </p:cBhvr>
                                    </p:animEffect>
                                    <p:anim calcmode="lin" valueType="num">
                                      <p:cBhvr>
                                        <p:cTn id="94" dur="1000" fill="hold"/>
                                        <p:tgtEl>
                                          <p:spTgt spid="17"/>
                                        </p:tgtEl>
                                        <p:attrNameLst>
                                          <p:attrName>ppt_x</p:attrName>
                                        </p:attrNameLst>
                                      </p:cBhvr>
                                      <p:tavLst>
                                        <p:tav tm="0">
                                          <p:val>
                                            <p:strVal val="#ppt_x"/>
                                          </p:val>
                                        </p:tav>
                                        <p:tav tm="100000">
                                          <p:val>
                                            <p:strVal val="#ppt_x"/>
                                          </p:val>
                                        </p:tav>
                                      </p:tavLst>
                                    </p:anim>
                                    <p:anim calcmode="lin" valueType="num">
                                      <p:cBhvr>
                                        <p:cTn id="95" dur="1000" fill="hold"/>
                                        <p:tgtEl>
                                          <p:spTgt spid="17"/>
                                        </p:tgtEl>
                                        <p:attrNameLst>
                                          <p:attrName>ppt_y</p:attrName>
                                        </p:attrNameLst>
                                      </p:cBhvr>
                                      <p:tavLst>
                                        <p:tav tm="0">
                                          <p:val>
                                            <p:strVal val="#ppt_y+.1"/>
                                          </p:val>
                                        </p:tav>
                                        <p:tav tm="100000">
                                          <p:val>
                                            <p:strVal val="#ppt_y"/>
                                          </p:val>
                                        </p:tav>
                                      </p:tavLst>
                                    </p:anim>
                                  </p:childTnLst>
                                </p:cTn>
                              </p:par>
                              <p:par>
                                <p:cTn id="96" presetID="42" presetClass="entr" presetSubtype="0" fill="hold" nodeType="withEffect">
                                  <p:stCondLst>
                                    <p:cond delay="0"/>
                                  </p:stCondLst>
                                  <p:childTnLst>
                                    <p:set>
                                      <p:cBhvr>
                                        <p:cTn id="97" dur="1" fill="hold">
                                          <p:stCondLst>
                                            <p:cond delay="0"/>
                                          </p:stCondLst>
                                        </p:cTn>
                                        <p:tgtEl>
                                          <p:spTgt spid="19"/>
                                        </p:tgtEl>
                                        <p:attrNameLst>
                                          <p:attrName>style.visibility</p:attrName>
                                        </p:attrNameLst>
                                      </p:cBhvr>
                                      <p:to>
                                        <p:strVal val="visible"/>
                                      </p:to>
                                    </p:set>
                                    <p:animEffect transition="in" filter="fade">
                                      <p:cBhvr>
                                        <p:cTn id="98" dur="1000"/>
                                        <p:tgtEl>
                                          <p:spTgt spid="19"/>
                                        </p:tgtEl>
                                      </p:cBhvr>
                                    </p:animEffect>
                                    <p:anim calcmode="lin" valueType="num">
                                      <p:cBhvr>
                                        <p:cTn id="99" dur="1000" fill="hold"/>
                                        <p:tgtEl>
                                          <p:spTgt spid="19"/>
                                        </p:tgtEl>
                                        <p:attrNameLst>
                                          <p:attrName>ppt_x</p:attrName>
                                        </p:attrNameLst>
                                      </p:cBhvr>
                                      <p:tavLst>
                                        <p:tav tm="0">
                                          <p:val>
                                            <p:strVal val="#ppt_x"/>
                                          </p:val>
                                        </p:tav>
                                        <p:tav tm="100000">
                                          <p:val>
                                            <p:strVal val="#ppt_x"/>
                                          </p:val>
                                        </p:tav>
                                      </p:tavLst>
                                    </p:anim>
                                    <p:anim calcmode="lin" valueType="num">
                                      <p:cBhvr>
                                        <p:cTn id="100"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885D2ECC-267F-721C-C284-20EB875FFFCC}"/>
              </a:ext>
            </a:extLst>
          </p:cNvPr>
          <p:cNvSpPr txBox="1"/>
          <p:nvPr/>
        </p:nvSpPr>
        <p:spPr>
          <a:xfrm>
            <a:off x="843379" y="870012"/>
            <a:ext cx="8939813" cy="615553"/>
          </a:xfrm>
          <a:prstGeom prst="rect">
            <a:avLst/>
          </a:prstGeom>
          <a:noFill/>
        </p:spPr>
        <p:txBody>
          <a:bodyPr wrap="square" rtlCol="0">
            <a:spAutoFit/>
          </a:bodyPr>
          <a:lstStyle/>
          <a:p>
            <a:r>
              <a:rPr lang="fr-FR" sz="1600" b="1" dirty="0">
                <a:latin typeface="Times New Roman" panose="02020603050405020304" pitchFamily="18" charset="0"/>
                <a:cs typeface="Times New Roman" panose="02020603050405020304" pitchFamily="18" charset="0"/>
              </a:rPr>
              <a:t>Nous avons choisi ces langages pour plusieurs raisons : </a:t>
            </a:r>
            <a:endParaRPr lang="en-US" dirty="0"/>
          </a:p>
          <a:p>
            <a:endParaRPr lang="fr-FR" dirty="0"/>
          </a:p>
        </p:txBody>
      </p:sp>
      <p:graphicFrame>
        <p:nvGraphicFramePr>
          <p:cNvPr id="6" name="Tableau 6">
            <a:extLst>
              <a:ext uri="{FF2B5EF4-FFF2-40B4-BE49-F238E27FC236}">
                <a16:creationId xmlns:a16="http://schemas.microsoft.com/office/drawing/2014/main" id="{B1B01484-BF90-0575-4418-99EA1A2CB7C9}"/>
              </a:ext>
            </a:extLst>
          </p:cNvPr>
          <p:cNvGraphicFramePr>
            <a:graphicFrameLocks noGrp="1"/>
          </p:cNvGraphicFramePr>
          <p:nvPr>
            <p:extLst>
              <p:ext uri="{D42A27DB-BD31-4B8C-83A1-F6EECF244321}">
                <p14:modId xmlns:p14="http://schemas.microsoft.com/office/powerpoint/2010/main" val="185647417"/>
              </p:ext>
            </p:extLst>
          </p:nvPr>
        </p:nvGraphicFramePr>
        <p:xfrm>
          <a:off x="710214" y="1485565"/>
          <a:ext cx="9072977" cy="2914277"/>
        </p:xfrm>
        <a:graphic>
          <a:graphicData uri="http://schemas.openxmlformats.org/drawingml/2006/table">
            <a:tbl>
              <a:tblPr firstRow="1" bandRow="1">
                <a:tableStyleId>{BC89EF96-8CEA-46FF-86C4-4CE0E7609802}</a:tableStyleId>
              </a:tblPr>
              <a:tblGrid>
                <a:gridCol w="2258267">
                  <a:extLst>
                    <a:ext uri="{9D8B030D-6E8A-4147-A177-3AD203B41FA5}">
                      <a16:colId xmlns:a16="http://schemas.microsoft.com/office/drawing/2014/main" val="3875918764"/>
                    </a:ext>
                  </a:extLst>
                </a:gridCol>
                <a:gridCol w="2271570">
                  <a:extLst>
                    <a:ext uri="{9D8B030D-6E8A-4147-A177-3AD203B41FA5}">
                      <a16:colId xmlns:a16="http://schemas.microsoft.com/office/drawing/2014/main" val="3327547641"/>
                    </a:ext>
                  </a:extLst>
                </a:gridCol>
                <a:gridCol w="2259872">
                  <a:extLst>
                    <a:ext uri="{9D8B030D-6E8A-4147-A177-3AD203B41FA5}">
                      <a16:colId xmlns:a16="http://schemas.microsoft.com/office/drawing/2014/main" val="2922134488"/>
                    </a:ext>
                  </a:extLst>
                </a:gridCol>
                <a:gridCol w="2283268">
                  <a:extLst>
                    <a:ext uri="{9D8B030D-6E8A-4147-A177-3AD203B41FA5}">
                      <a16:colId xmlns:a16="http://schemas.microsoft.com/office/drawing/2014/main" val="107870860"/>
                    </a:ext>
                  </a:extLst>
                </a:gridCol>
              </a:tblGrid>
              <a:tr h="372578">
                <a:tc>
                  <a:txBody>
                    <a:bodyPr/>
                    <a:lstStyle/>
                    <a:p>
                      <a:r>
                        <a:rPr lang="en-US" dirty="0">
                          <a:solidFill>
                            <a:srgbClr val="00B0F0"/>
                          </a:solidFill>
                          <a:latin typeface="Times New Roman" panose="02020603050405020304" pitchFamily="18" charset="0"/>
                          <a:cs typeface="Times New Roman" panose="02020603050405020304" pitchFamily="18" charset="0"/>
                        </a:rPr>
                        <a:t>Laravel</a:t>
                      </a:r>
                      <a:endParaRPr lang="fr-FR" dirty="0">
                        <a:solidFill>
                          <a:srgbClr val="00B0F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err="1">
                          <a:solidFill>
                            <a:srgbClr val="00B0F0"/>
                          </a:solidFill>
                          <a:latin typeface="Times New Roman" panose="02020603050405020304" pitchFamily="18" charset="0"/>
                          <a:cs typeface="Times New Roman" panose="02020603050405020304" pitchFamily="18" charset="0"/>
                        </a:rPr>
                        <a:t>Php</a:t>
                      </a:r>
                      <a:endParaRPr lang="fr-FR" dirty="0">
                        <a:solidFill>
                          <a:srgbClr val="00B0F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rgbClr val="00B0F0"/>
                          </a:solidFill>
                          <a:latin typeface="Times New Roman" panose="02020603050405020304" pitchFamily="18" charset="0"/>
                          <a:cs typeface="Times New Roman" panose="02020603050405020304" pitchFamily="18" charset="0"/>
                        </a:rPr>
                        <a:t>JS</a:t>
                      </a:r>
                      <a:endParaRPr lang="fr-FR" dirty="0">
                        <a:solidFill>
                          <a:srgbClr val="00B0F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solidFill>
                            <a:srgbClr val="00B0F0"/>
                          </a:solidFill>
                          <a:latin typeface="Times New Roman" panose="02020603050405020304" pitchFamily="18" charset="0"/>
                          <a:cs typeface="Times New Roman" panose="02020603050405020304" pitchFamily="18" charset="0"/>
                        </a:rPr>
                        <a:t>Html/</a:t>
                      </a:r>
                      <a:r>
                        <a:rPr lang="en-US" dirty="0" err="1">
                          <a:solidFill>
                            <a:srgbClr val="00B0F0"/>
                          </a:solidFill>
                          <a:latin typeface="Times New Roman" panose="02020603050405020304" pitchFamily="18" charset="0"/>
                          <a:cs typeface="Times New Roman" panose="02020603050405020304" pitchFamily="18" charset="0"/>
                        </a:rPr>
                        <a:t>Css</a:t>
                      </a:r>
                      <a:r>
                        <a:rPr lang="en-US" dirty="0">
                          <a:solidFill>
                            <a:srgbClr val="00B0F0"/>
                          </a:solidFill>
                          <a:latin typeface="Times New Roman" panose="02020603050405020304" pitchFamily="18" charset="0"/>
                          <a:cs typeface="Times New Roman" panose="02020603050405020304" pitchFamily="18" charset="0"/>
                        </a:rPr>
                        <a:t>/Bootstrap</a:t>
                      </a:r>
                      <a:endParaRPr lang="fr-FR" dirty="0">
                        <a:solidFill>
                          <a:srgbClr val="00B0F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36612753"/>
                  </a:ext>
                </a:extLst>
              </a:tr>
              <a:tr h="2541699">
                <a:tc>
                  <a:txBody>
                    <a:bodyPr/>
                    <a:lstStyle/>
                    <a:p>
                      <a:pPr marL="285750" indent="-285750">
                        <a:buFont typeface="Wingdings" panose="05000000000000000000" pitchFamily="2" charset="2"/>
                        <a:buChar char="§"/>
                      </a:pPr>
                      <a:r>
                        <a:rPr lang="fr-FR" sz="1600" b="0" i="0" kern="1200" dirty="0">
                          <a:solidFill>
                            <a:schemeClr val="tx1"/>
                          </a:solidFill>
                          <a:effectLst/>
                          <a:latin typeface="Times New Roman" panose="02020603050405020304" pitchFamily="18" charset="0"/>
                          <a:ea typeface="+mn-ea"/>
                          <a:cs typeface="Times New Roman" panose="02020603050405020304" pitchFamily="18" charset="0"/>
                        </a:rPr>
                        <a:t>Documentation complète </a:t>
                      </a:r>
                    </a:p>
                    <a:p>
                      <a:pPr marL="285750" indent="-285750">
                        <a:buFont typeface="Wingdings" panose="05000000000000000000" pitchFamily="2" charset="2"/>
                        <a:buChar char="§"/>
                      </a:pPr>
                      <a:r>
                        <a:rPr lang="fr-FR" sz="1600" b="0" i="0" kern="1200" dirty="0">
                          <a:solidFill>
                            <a:schemeClr val="tx1"/>
                          </a:solidFill>
                          <a:effectLst/>
                          <a:latin typeface="Times New Roman" panose="02020603050405020304" pitchFamily="18" charset="0"/>
                          <a:ea typeface="+mn-ea"/>
                          <a:cs typeface="Times New Roman" panose="02020603050405020304" pitchFamily="18" charset="0"/>
                        </a:rPr>
                        <a:t>Convivialité pour les développeurs débutants</a:t>
                      </a:r>
                    </a:p>
                    <a:p>
                      <a:pPr marL="285750" indent="-285750">
                        <a:buFont typeface="Wingdings" panose="05000000000000000000" pitchFamily="2" charset="2"/>
                        <a:buChar char="§"/>
                      </a:pPr>
                      <a:r>
                        <a:rPr lang="fr-FR" sz="1600" b="0" i="0" kern="1200" dirty="0">
                          <a:solidFill>
                            <a:schemeClr val="tx1"/>
                          </a:solidFill>
                          <a:effectLst/>
                          <a:latin typeface="Times New Roman" panose="02020603050405020304" pitchFamily="18" charset="0"/>
                          <a:ea typeface="+mn-ea"/>
                          <a:cs typeface="Times New Roman" panose="02020603050405020304" pitchFamily="18" charset="0"/>
                        </a:rPr>
                        <a:t>ORM intégré</a:t>
                      </a:r>
                    </a:p>
                    <a:p>
                      <a:pPr marL="285750" indent="-285750">
                        <a:buFont typeface="Wingdings" panose="05000000000000000000" pitchFamily="2" charset="2"/>
                        <a:buChar char="§"/>
                      </a:pPr>
                      <a:r>
                        <a:rPr lang="fr-FR" sz="1600" b="0" i="0" kern="1200" dirty="0">
                          <a:solidFill>
                            <a:schemeClr val="tx1"/>
                          </a:solidFill>
                          <a:effectLst/>
                          <a:latin typeface="Times New Roman" panose="02020603050405020304" pitchFamily="18" charset="0"/>
                          <a:ea typeface="+mn-ea"/>
                          <a:cs typeface="Times New Roman" panose="02020603050405020304" pitchFamily="18" charset="0"/>
                        </a:rPr>
                        <a:t>Système de routage puissant</a:t>
                      </a:r>
                    </a:p>
                    <a:p>
                      <a:pPr marL="285750" indent="-285750">
                        <a:buFont typeface="Wingdings" panose="05000000000000000000" pitchFamily="2" charset="2"/>
                        <a:buChar char="§"/>
                      </a:pPr>
                      <a:r>
                        <a:rPr lang="fr-FR" sz="1600" b="0" i="0" kern="1200" dirty="0">
                          <a:solidFill>
                            <a:schemeClr val="tx1"/>
                          </a:solidFill>
                          <a:effectLst/>
                          <a:latin typeface="Times New Roman" panose="02020603050405020304" pitchFamily="18" charset="0"/>
                          <a:ea typeface="+mn-ea"/>
                          <a:cs typeface="Times New Roman" panose="02020603050405020304" pitchFamily="18" charset="0"/>
                        </a:rPr>
                        <a:t>Intégration du cache</a:t>
                      </a:r>
                      <a:endParaRPr lang="fr-FR"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buFont typeface="Wingdings" panose="05000000000000000000" pitchFamily="2" charset="2"/>
                        <a:buChar char="§"/>
                      </a:pPr>
                      <a:r>
                        <a:rPr lang="fr-FR" sz="1600" b="0" i="0" kern="1200" dirty="0">
                          <a:solidFill>
                            <a:schemeClr val="tx1"/>
                          </a:solidFill>
                          <a:effectLst/>
                          <a:latin typeface="Times New Roman" panose="02020603050405020304" pitchFamily="18" charset="0"/>
                          <a:ea typeface="+mn-ea"/>
                          <a:cs typeface="Times New Roman" panose="02020603050405020304" pitchFamily="18" charset="0"/>
                        </a:rPr>
                        <a:t>Intégration avec les bases de données</a:t>
                      </a:r>
                    </a:p>
                    <a:p>
                      <a:pPr marL="285750" indent="-285750">
                        <a:buFont typeface="Wingdings" panose="05000000000000000000" pitchFamily="2" charset="2"/>
                        <a:buChar char="§"/>
                      </a:pPr>
                      <a:r>
                        <a:rPr lang="fr-FR" sz="1600" b="0" i="0" kern="1200" dirty="0">
                          <a:solidFill>
                            <a:schemeClr val="tx1"/>
                          </a:solidFill>
                          <a:effectLst/>
                          <a:latin typeface="Times New Roman" panose="02020603050405020304" pitchFamily="18" charset="0"/>
                          <a:ea typeface="+mn-ea"/>
                          <a:cs typeface="Times New Roman" panose="02020603050405020304" pitchFamily="18" charset="0"/>
                        </a:rPr>
                        <a:t>Facilité d'apprentissage</a:t>
                      </a:r>
                    </a:p>
                    <a:p>
                      <a:pPr marL="285750" indent="-285750">
                        <a:buFont typeface="Wingdings" panose="05000000000000000000" pitchFamily="2" charset="2"/>
                        <a:buChar char="§"/>
                      </a:pPr>
                      <a:r>
                        <a:rPr lang="fr-FR" sz="1600" b="0" i="0" kern="1200" dirty="0">
                          <a:solidFill>
                            <a:schemeClr val="tx1"/>
                          </a:solidFill>
                          <a:effectLst/>
                          <a:latin typeface="Times New Roman" panose="02020603050405020304" pitchFamily="18" charset="0"/>
                          <a:ea typeface="+mn-ea"/>
                          <a:cs typeface="Times New Roman" panose="02020603050405020304" pitchFamily="18" charset="0"/>
                        </a:rPr>
                        <a:t>Large adoption</a:t>
                      </a:r>
                    </a:p>
                    <a:p>
                      <a:pPr marL="285750" indent="-285750">
                        <a:buFont typeface="Wingdings" panose="05000000000000000000" pitchFamily="2" charset="2"/>
                        <a:buChar char="§"/>
                      </a:pPr>
                      <a:r>
                        <a:rPr lang="fr-FR" sz="1600" dirty="0">
                          <a:latin typeface="Times New Roman" panose="02020603050405020304" pitchFamily="18" charset="0"/>
                          <a:cs typeface="Times New Roman" panose="02020603050405020304" pitchFamily="18" charset="0"/>
                        </a:rPr>
                        <a:t>Large gamme de </a:t>
                      </a:r>
                      <a:r>
                        <a:rPr lang="fr-FR" sz="1600" dirty="0" err="1">
                          <a:latin typeface="Times New Roman" panose="02020603050405020304" pitchFamily="18" charset="0"/>
                          <a:cs typeface="Times New Roman" panose="02020603050405020304" pitchFamily="18" charset="0"/>
                        </a:rPr>
                        <a:t>frameworks</a:t>
                      </a:r>
                      <a:r>
                        <a:rPr lang="fr-FR" sz="1600" dirty="0">
                          <a:latin typeface="Times New Roman" panose="02020603050405020304" pitchFamily="18" charset="0"/>
                          <a:cs typeface="Times New Roman" panose="02020603050405020304" pitchFamily="18" charset="0"/>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buFont typeface="Wingdings" panose="05000000000000000000" pitchFamily="2" charset="2"/>
                        <a:buChar char="§"/>
                      </a:pPr>
                      <a:r>
                        <a:rPr lang="fr-FR" sz="1600" b="0" i="0" kern="1200" dirty="0">
                          <a:solidFill>
                            <a:schemeClr val="tx1"/>
                          </a:solidFill>
                          <a:effectLst/>
                          <a:latin typeface="Times New Roman" panose="02020603050405020304" pitchFamily="18" charset="0"/>
                          <a:ea typeface="+mn-ea"/>
                          <a:cs typeface="Times New Roman" panose="02020603050405020304" pitchFamily="18" charset="0"/>
                        </a:rPr>
                        <a:t>Évolutivité</a:t>
                      </a:r>
                    </a:p>
                    <a:p>
                      <a:pPr marL="285750" indent="-285750">
                        <a:buFont typeface="Wingdings" panose="05000000000000000000" pitchFamily="2" charset="2"/>
                        <a:buChar char="§"/>
                      </a:pPr>
                      <a:r>
                        <a:rPr lang="fr-FR" sz="1600" b="0" i="0" kern="1200" dirty="0">
                          <a:solidFill>
                            <a:schemeClr val="tx1"/>
                          </a:solidFill>
                          <a:effectLst/>
                          <a:latin typeface="Times New Roman" panose="02020603050405020304" pitchFamily="18" charset="0"/>
                          <a:ea typeface="+mn-ea"/>
                          <a:cs typeface="Times New Roman" panose="02020603050405020304" pitchFamily="18" charset="0"/>
                        </a:rPr>
                        <a:t>Écosystème riche</a:t>
                      </a:r>
                    </a:p>
                    <a:p>
                      <a:pPr marL="285750" indent="-285750">
                        <a:buFont typeface="Wingdings" panose="05000000000000000000" pitchFamily="2" charset="2"/>
                        <a:buChar char="§"/>
                      </a:pPr>
                      <a:r>
                        <a:rPr lang="fr-FR" sz="1600" b="0" i="0" kern="1200" dirty="0">
                          <a:solidFill>
                            <a:schemeClr val="tx1"/>
                          </a:solidFill>
                          <a:effectLst/>
                          <a:latin typeface="Times New Roman" panose="02020603050405020304" pitchFamily="18" charset="0"/>
                          <a:ea typeface="+mn-ea"/>
                          <a:cs typeface="Times New Roman" panose="02020603050405020304" pitchFamily="18" charset="0"/>
                        </a:rPr>
                        <a:t>Intégration facile</a:t>
                      </a:r>
                    </a:p>
                    <a:p>
                      <a:pPr marL="285750" indent="-285750">
                        <a:buFont typeface="Wingdings" panose="05000000000000000000" pitchFamily="2" charset="2"/>
                        <a:buChar char="§"/>
                      </a:pPr>
                      <a:r>
                        <a:rPr lang="fr-FR" sz="1600" b="0" i="0" kern="1200" dirty="0">
                          <a:solidFill>
                            <a:schemeClr val="tx1"/>
                          </a:solidFill>
                          <a:effectLst/>
                          <a:latin typeface="Times New Roman" panose="02020603050405020304" pitchFamily="18" charset="0"/>
                          <a:ea typeface="+mn-ea"/>
                          <a:cs typeface="Times New Roman" panose="02020603050405020304" pitchFamily="18" charset="0"/>
                        </a:rPr>
                        <a:t>Polyvalence</a:t>
                      </a:r>
                      <a:endParaRPr lang="fr-FR"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285750" indent="-285750">
                        <a:buFont typeface="Wingdings" panose="05000000000000000000" pitchFamily="2" charset="2"/>
                        <a:buChar char="§"/>
                      </a:pPr>
                      <a:r>
                        <a:rPr lang="fr-FR" sz="1600" b="0" i="0" kern="1200" dirty="0">
                          <a:solidFill>
                            <a:schemeClr val="tx1"/>
                          </a:solidFill>
                          <a:effectLst/>
                          <a:latin typeface="Times New Roman" panose="02020603050405020304" pitchFamily="18" charset="0"/>
                          <a:ea typeface="+mn-ea"/>
                          <a:cs typeface="Times New Roman" panose="02020603050405020304" pitchFamily="18" charset="0"/>
                        </a:rPr>
                        <a:t>Réactivité</a:t>
                      </a:r>
                    </a:p>
                    <a:p>
                      <a:pPr marL="285750" indent="-285750">
                        <a:buFont typeface="Wingdings" panose="05000000000000000000" pitchFamily="2" charset="2"/>
                        <a:buChar char="§"/>
                      </a:pPr>
                      <a:r>
                        <a:rPr lang="fr-FR" sz="1600" b="0" i="0" kern="1200" dirty="0">
                          <a:solidFill>
                            <a:schemeClr val="tx1"/>
                          </a:solidFill>
                          <a:effectLst/>
                          <a:latin typeface="Times New Roman" panose="02020603050405020304" pitchFamily="18" charset="0"/>
                          <a:ea typeface="+mn-ea"/>
                          <a:cs typeface="Times New Roman" panose="02020603050405020304" pitchFamily="18" charset="0"/>
                        </a:rPr>
                        <a:t>facilite la création d'interfaces</a:t>
                      </a:r>
                    </a:p>
                    <a:p>
                      <a:pPr marL="285750" indent="-285750">
                        <a:buFont typeface="Wingdings" panose="05000000000000000000" pitchFamily="2" charset="2"/>
                        <a:buChar char="§"/>
                      </a:pPr>
                      <a:r>
                        <a:rPr lang="fr-FR" sz="1600" b="0" i="0" kern="1200" dirty="0">
                          <a:solidFill>
                            <a:schemeClr val="tx1"/>
                          </a:solidFill>
                          <a:effectLst/>
                          <a:latin typeface="Times New Roman" panose="02020603050405020304" pitchFamily="18" charset="0"/>
                          <a:ea typeface="+mn-ea"/>
                          <a:cs typeface="Times New Roman" panose="02020603050405020304" pitchFamily="18" charset="0"/>
                        </a:rPr>
                        <a:t>Accélération de développement</a:t>
                      </a:r>
                      <a:endParaRPr lang="fr-FR" sz="16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34393145"/>
                  </a:ext>
                </a:extLst>
              </a:tr>
            </a:tbl>
          </a:graphicData>
        </a:graphic>
      </p:graphicFrame>
      <p:sp>
        <p:nvSpPr>
          <p:cNvPr id="7" name="ZoneTexte 6">
            <a:extLst>
              <a:ext uri="{FF2B5EF4-FFF2-40B4-BE49-F238E27FC236}">
                <a16:creationId xmlns:a16="http://schemas.microsoft.com/office/drawing/2014/main" id="{E607DAFF-37D1-4F73-A8A2-EECE39CEDAD6}"/>
              </a:ext>
            </a:extLst>
          </p:cNvPr>
          <p:cNvSpPr txBox="1"/>
          <p:nvPr/>
        </p:nvSpPr>
        <p:spPr>
          <a:xfrm>
            <a:off x="843378" y="4705826"/>
            <a:ext cx="8939813" cy="1661993"/>
          </a:xfrm>
          <a:prstGeom prst="rect">
            <a:avLst/>
          </a:prstGeom>
          <a:noFill/>
        </p:spPr>
        <p:txBody>
          <a:bodyPr wrap="square" rtlCol="0">
            <a:spAutoFit/>
          </a:bodyPr>
          <a:lstStyle/>
          <a:p>
            <a:r>
              <a:rPr lang="fr-FR" sz="1600" b="1" dirty="0">
                <a:latin typeface="Times New Roman" panose="02020603050405020304" pitchFamily="18" charset="0"/>
                <a:cs typeface="Times New Roman" panose="02020603050405020304" pitchFamily="18" charset="0"/>
              </a:rPr>
              <a:t>Et pour les packages</a:t>
            </a:r>
            <a:r>
              <a:rPr lang="ar-MA" b="1" dirty="0"/>
              <a:t>:</a:t>
            </a:r>
            <a:endParaRPr lang="en-US" b="1" dirty="0"/>
          </a:p>
          <a:p>
            <a:endParaRPr lang="en-US" dirty="0"/>
          </a:p>
          <a:p>
            <a:r>
              <a:rPr lang="fr-FR" sz="1600" b="1" i="0" dirty="0">
                <a:solidFill>
                  <a:srgbClr val="00B0F0"/>
                </a:solidFill>
                <a:effectLst/>
                <a:latin typeface="Times New Roman" panose="02020603050405020304" pitchFamily="18" charset="0"/>
                <a:cs typeface="Times New Roman" panose="02020603050405020304" pitchFamily="18" charset="0"/>
              </a:rPr>
              <a:t>Jetstream</a:t>
            </a:r>
            <a:r>
              <a:rPr lang="fr-FR" sz="1600" b="0" i="0" dirty="0">
                <a:effectLst/>
                <a:latin typeface="Times New Roman" panose="02020603050405020304" pitchFamily="18" charset="0"/>
                <a:cs typeface="Times New Roman" panose="02020603050405020304" pitchFamily="18" charset="0"/>
              </a:rPr>
              <a:t> fournit une base solide pour l'authentification, la gestion des sessions .</a:t>
            </a:r>
          </a:p>
          <a:p>
            <a:r>
              <a:rPr lang="fr-FR" sz="1600" b="1" i="0" dirty="0" err="1">
                <a:solidFill>
                  <a:srgbClr val="00B0F0"/>
                </a:solidFill>
                <a:effectLst/>
                <a:latin typeface="Times New Roman" panose="02020603050405020304" pitchFamily="18" charset="0"/>
                <a:cs typeface="Times New Roman" panose="02020603050405020304" pitchFamily="18" charset="0"/>
              </a:rPr>
              <a:t>Livewire</a:t>
            </a:r>
            <a:r>
              <a:rPr lang="fr-FR" sz="1600" b="1" i="0" dirty="0">
                <a:solidFill>
                  <a:srgbClr val="00B0F0"/>
                </a:solidFill>
                <a:effectLst/>
                <a:latin typeface="Times New Roman" panose="02020603050405020304" pitchFamily="18" charset="0"/>
                <a:cs typeface="Times New Roman" panose="02020603050405020304" pitchFamily="18" charset="0"/>
              </a:rPr>
              <a:t> </a:t>
            </a:r>
            <a:r>
              <a:rPr lang="fr-FR" sz="1600" b="0" i="0" dirty="0">
                <a:effectLst/>
                <a:latin typeface="Times New Roman" panose="02020603050405020304" pitchFamily="18" charset="0"/>
                <a:cs typeface="Times New Roman" panose="02020603050405020304" pitchFamily="18" charset="0"/>
              </a:rPr>
              <a:t>permet de construire des interfaces utilisateur dynamiques sans écrire de JavaScript. Il facilite la gestion des interactions côté client. </a:t>
            </a:r>
            <a:endParaRPr lang="en-US" sz="1600" dirty="0">
              <a:latin typeface="Times New Roman" panose="02020603050405020304" pitchFamily="18" charset="0"/>
              <a:cs typeface="Times New Roman" panose="02020603050405020304" pitchFamily="18" charset="0"/>
            </a:endParaRPr>
          </a:p>
          <a:p>
            <a:endParaRPr lang="fr-FR" dirty="0"/>
          </a:p>
        </p:txBody>
      </p:sp>
    </p:spTree>
    <p:extLst>
      <p:ext uri="{BB962C8B-B14F-4D97-AF65-F5344CB8AC3E}">
        <p14:creationId xmlns:p14="http://schemas.microsoft.com/office/powerpoint/2010/main" val="2947135406"/>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750"/>
                                        <p:tgtEl>
                                          <p:spTgt spid="4"/>
                                        </p:tgtEl>
                                      </p:cBhvr>
                                    </p:animEffect>
                                    <p:anim calcmode="lin" valueType="num">
                                      <p:cBhvr>
                                        <p:cTn id="8" dur="750" fill="hold"/>
                                        <p:tgtEl>
                                          <p:spTgt spid="4"/>
                                        </p:tgtEl>
                                        <p:attrNameLst>
                                          <p:attrName>ppt_x</p:attrName>
                                        </p:attrNameLst>
                                      </p:cBhvr>
                                      <p:tavLst>
                                        <p:tav tm="0">
                                          <p:val>
                                            <p:strVal val="#ppt_x"/>
                                          </p:val>
                                        </p:tav>
                                        <p:tav tm="100000">
                                          <p:val>
                                            <p:strVal val="#ppt_x"/>
                                          </p:val>
                                        </p:tav>
                                      </p:tavLst>
                                    </p:anim>
                                    <p:anim calcmode="lin" valueType="num">
                                      <p:cBhvr>
                                        <p:cTn id="9" dur="75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circle(in)">
                                      <p:cBhvr>
                                        <p:cTn id="14" dur="2000"/>
                                        <p:tgtEl>
                                          <p:spTgt spid="6"/>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animEffect transition="in" filter="fade">
                                      <p:cBhvr>
                                        <p:cTn id="19" dur="1000"/>
                                        <p:tgtEl>
                                          <p:spTgt spid="7">
                                            <p:txEl>
                                              <p:pRg st="0" end="0"/>
                                            </p:txEl>
                                          </p:spTgt>
                                        </p:tgtEl>
                                      </p:cBhvr>
                                    </p:animEffect>
                                    <p:anim calcmode="lin" valueType="num">
                                      <p:cBhvr>
                                        <p:cTn id="20"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6" presetClass="entr" presetSubtype="16" fill="hold" nodeType="clickEffect">
                                  <p:stCondLst>
                                    <p:cond delay="0"/>
                                  </p:stCondLst>
                                  <p:childTnLst>
                                    <p:set>
                                      <p:cBhvr>
                                        <p:cTn id="25" dur="1" fill="hold">
                                          <p:stCondLst>
                                            <p:cond delay="0"/>
                                          </p:stCondLst>
                                        </p:cTn>
                                        <p:tgtEl>
                                          <p:spTgt spid="7">
                                            <p:txEl>
                                              <p:pRg st="2" end="2"/>
                                            </p:txEl>
                                          </p:spTgt>
                                        </p:tgtEl>
                                        <p:attrNameLst>
                                          <p:attrName>style.visibility</p:attrName>
                                        </p:attrNameLst>
                                      </p:cBhvr>
                                      <p:to>
                                        <p:strVal val="visible"/>
                                      </p:to>
                                    </p:set>
                                    <p:animEffect transition="in" filter="circle(in)">
                                      <p:cBhvr>
                                        <p:cTn id="26" dur="2000"/>
                                        <p:tgtEl>
                                          <p:spTgt spid="7">
                                            <p:txEl>
                                              <p:pRg st="2" end="2"/>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6" presetClass="entr" presetSubtype="16" fill="hold" nodeType="clickEffect">
                                  <p:stCondLst>
                                    <p:cond delay="0"/>
                                  </p:stCondLst>
                                  <p:childTnLst>
                                    <p:set>
                                      <p:cBhvr>
                                        <p:cTn id="30" dur="1" fill="hold">
                                          <p:stCondLst>
                                            <p:cond delay="0"/>
                                          </p:stCondLst>
                                        </p:cTn>
                                        <p:tgtEl>
                                          <p:spTgt spid="7">
                                            <p:txEl>
                                              <p:pRg st="3" end="3"/>
                                            </p:txEl>
                                          </p:spTgt>
                                        </p:tgtEl>
                                        <p:attrNameLst>
                                          <p:attrName>style.visibility</p:attrName>
                                        </p:attrNameLst>
                                      </p:cBhvr>
                                      <p:to>
                                        <p:strVal val="visible"/>
                                      </p:to>
                                    </p:set>
                                    <p:animEffect transition="in" filter="circle(in)">
                                      <p:cBhvr>
                                        <p:cTn id="31" dur="20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e 3">
            <a:extLst>
              <a:ext uri="{FF2B5EF4-FFF2-40B4-BE49-F238E27FC236}">
                <a16:creationId xmlns:a16="http://schemas.microsoft.com/office/drawing/2014/main" id="{46499FBA-EEB5-C230-8C87-62DDEC0B0C1F}"/>
              </a:ext>
            </a:extLst>
          </p:cNvPr>
          <p:cNvGrpSpPr/>
          <p:nvPr/>
        </p:nvGrpSpPr>
        <p:grpSpPr>
          <a:xfrm>
            <a:off x="1982649" y="93151"/>
            <a:ext cx="9001957" cy="400109"/>
            <a:chOff x="5095196" y="338721"/>
            <a:chExt cx="3560531" cy="199962"/>
          </a:xfrm>
        </p:grpSpPr>
        <p:sp>
          <p:nvSpPr>
            <p:cNvPr id="5" name="ZoneTexte 4">
              <a:extLst>
                <a:ext uri="{FF2B5EF4-FFF2-40B4-BE49-F238E27FC236}">
                  <a16:creationId xmlns:a16="http://schemas.microsoft.com/office/drawing/2014/main" id="{10670052-C7C6-4FF9-00C0-10AB967D753E}"/>
                </a:ext>
              </a:extLst>
            </p:cNvPr>
            <p:cNvSpPr txBox="1"/>
            <p:nvPr/>
          </p:nvSpPr>
          <p:spPr>
            <a:xfrm>
              <a:off x="5095196" y="338721"/>
              <a:ext cx="3560531" cy="199962"/>
            </a:xfrm>
            <a:prstGeom prst="rect">
              <a:avLst/>
            </a:prstGeom>
            <a:noFill/>
          </p:spPr>
          <p:txBody>
            <a:bodyPr wrap="square" rtlCol="0" anchor="ctr">
              <a:spAutoFit/>
            </a:bodyPr>
            <a:lstStyle/>
            <a:p>
              <a:r>
                <a:rPr lang="fr-FR" sz="2000" b="1" i="1" dirty="0">
                  <a:solidFill>
                    <a:srgbClr val="002060"/>
                  </a:solidFill>
                  <a:latin typeface="Times New Roman" panose="02020603050405020304" pitchFamily="18" charset="0"/>
                  <a:cs typeface="Times New Roman" panose="02020603050405020304" pitchFamily="18" charset="0"/>
                </a:rPr>
                <a:t>LES PROBLÈMES QUE NOUS AVONS RENCONTRÉS</a:t>
              </a:r>
            </a:p>
          </p:txBody>
        </p:sp>
        <p:cxnSp>
          <p:nvCxnSpPr>
            <p:cNvPr id="6" name="Connecteur droit 5">
              <a:extLst>
                <a:ext uri="{FF2B5EF4-FFF2-40B4-BE49-F238E27FC236}">
                  <a16:creationId xmlns:a16="http://schemas.microsoft.com/office/drawing/2014/main" id="{A23BFEB0-B4FF-6F67-5047-F4CB9A62CBC0}"/>
                </a:ext>
              </a:extLst>
            </p:cNvPr>
            <p:cNvCxnSpPr>
              <a:cxnSpLocks/>
            </p:cNvCxnSpPr>
            <p:nvPr/>
          </p:nvCxnSpPr>
          <p:spPr>
            <a:xfrm>
              <a:off x="5095196" y="538683"/>
              <a:ext cx="2467336" cy="0"/>
            </a:xfrm>
            <a:prstGeom prst="line">
              <a:avLst/>
            </a:prstGeom>
          </p:spPr>
          <p:style>
            <a:lnRef idx="1">
              <a:schemeClr val="accent6"/>
            </a:lnRef>
            <a:fillRef idx="0">
              <a:schemeClr val="accent6"/>
            </a:fillRef>
            <a:effectRef idx="0">
              <a:schemeClr val="accent6"/>
            </a:effectRef>
            <a:fontRef idx="minor">
              <a:schemeClr val="tx1"/>
            </a:fontRef>
          </p:style>
        </p:cxnSp>
      </p:grpSp>
      <p:sp>
        <p:nvSpPr>
          <p:cNvPr id="8" name="ZoneTexte 7">
            <a:extLst>
              <a:ext uri="{FF2B5EF4-FFF2-40B4-BE49-F238E27FC236}">
                <a16:creationId xmlns:a16="http://schemas.microsoft.com/office/drawing/2014/main" id="{90C4184E-A720-7395-49F7-EFD648822595}"/>
              </a:ext>
            </a:extLst>
          </p:cNvPr>
          <p:cNvSpPr txBox="1"/>
          <p:nvPr/>
        </p:nvSpPr>
        <p:spPr>
          <a:xfrm>
            <a:off x="932155" y="1216241"/>
            <a:ext cx="9250532" cy="1815882"/>
          </a:xfrm>
          <a:prstGeom prst="rect">
            <a:avLst/>
          </a:prstGeom>
          <a:noFill/>
        </p:spPr>
        <p:txBody>
          <a:bodyPr wrap="square" rtlCol="0">
            <a:spAutoFit/>
          </a:bodyPr>
          <a:lstStyle/>
          <a:p>
            <a:pPr algn="ctr"/>
            <a:r>
              <a:rPr lang="fr-FR" sz="1600" b="0" i="0" dirty="0">
                <a:effectLst/>
                <a:latin typeface="Times New Roman" panose="02020603050405020304" pitchFamily="18" charset="0"/>
                <a:cs typeface="Times New Roman" panose="02020603050405020304" pitchFamily="18" charset="0"/>
              </a:rPr>
              <a:t>Dans le cadre de notre projet de création et développement d'un site e-commerce, nous avons été confrontés </a:t>
            </a:r>
          </a:p>
          <a:p>
            <a:pPr algn="ctr"/>
            <a:r>
              <a:rPr lang="fr-FR" sz="1600" b="0" i="0" dirty="0">
                <a:effectLst/>
                <a:latin typeface="Times New Roman" panose="02020603050405020304" pitchFamily="18" charset="0"/>
                <a:cs typeface="Times New Roman" panose="02020603050405020304" pitchFamily="18" charset="0"/>
              </a:rPr>
              <a:t>à divers problèmes qui ont nécessité une gestion efficace et des solutions adaptées. </a:t>
            </a:r>
          </a:p>
          <a:p>
            <a:pPr algn="ctr"/>
            <a:r>
              <a:rPr lang="fr-FR" sz="1600" dirty="0">
                <a:latin typeface="Times New Roman" panose="02020603050405020304" pitchFamily="18" charset="0"/>
                <a:cs typeface="Times New Roman" panose="02020603050405020304" pitchFamily="18" charset="0"/>
              </a:rPr>
              <a:t>E</a:t>
            </a:r>
            <a:r>
              <a:rPr lang="fr-FR" sz="1600" b="0" i="0" dirty="0">
                <a:effectLst/>
                <a:latin typeface="Times New Roman" panose="02020603050405020304" pitchFamily="18" charset="0"/>
                <a:cs typeface="Times New Roman" panose="02020603050405020304" pitchFamily="18" charset="0"/>
              </a:rPr>
              <a:t>t parmi ces problèmes, nous citons :</a:t>
            </a:r>
          </a:p>
          <a:p>
            <a:endParaRPr lang="fr-FR" sz="1600" b="0" i="0" dirty="0">
              <a:effectLst/>
              <a:latin typeface="Times New Roman" panose="02020603050405020304" pitchFamily="18" charset="0"/>
              <a:cs typeface="Times New Roman" panose="02020603050405020304" pitchFamily="18" charset="0"/>
            </a:endParaRPr>
          </a:p>
          <a:p>
            <a:endParaRPr lang="fr-FR" sz="1600" b="1" u="sng" dirty="0">
              <a:solidFill>
                <a:srgbClr val="FFC000"/>
              </a:solidFill>
              <a:latin typeface="Times New Roman" panose="02020603050405020304" pitchFamily="18" charset="0"/>
              <a:cs typeface="Times New Roman" panose="02020603050405020304" pitchFamily="18" charset="0"/>
            </a:endParaRPr>
          </a:p>
          <a:p>
            <a:endParaRPr lang="fr-FR" sz="1600" b="1" u="sng" dirty="0">
              <a:solidFill>
                <a:srgbClr val="FFC000"/>
              </a:solidFill>
              <a:latin typeface="Times New Roman" panose="02020603050405020304" pitchFamily="18" charset="0"/>
              <a:cs typeface="Times New Roman" panose="02020603050405020304" pitchFamily="18" charset="0"/>
            </a:endParaRPr>
          </a:p>
          <a:p>
            <a:endParaRPr lang="fr-FR" sz="1600" dirty="0">
              <a:latin typeface="Times New Roman" panose="02020603050405020304" pitchFamily="18" charset="0"/>
              <a:cs typeface="Times New Roman" panose="02020603050405020304" pitchFamily="18" charset="0"/>
            </a:endParaRPr>
          </a:p>
        </p:txBody>
      </p:sp>
      <p:sp>
        <p:nvSpPr>
          <p:cNvPr id="2" name="Rectangle : coins arrondis 1">
            <a:extLst>
              <a:ext uri="{FF2B5EF4-FFF2-40B4-BE49-F238E27FC236}">
                <a16:creationId xmlns:a16="http://schemas.microsoft.com/office/drawing/2014/main" id="{4F38818F-84F5-627E-11CA-0BF1D005352A}"/>
              </a:ext>
            </a:extLst>
          </p:cNvPr>
          <p:cNvSpPr/>
          <p:nvPr/>
        </p:nvSpPr>
        <p:spPr>
          <a:xfrm>
            <a:off x="1524853" y="2211047"/>
            <a:ext cx="2286000" cy="107265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fr-FR" sz="1800" i="0" dirty="0">
                <a:solidFill>
                  <a:srgbClr val="3333CC"/>
                </a:solidFill>
                <a:effectLst/>
                <a:latin typeface="Times New Roman" panose="02020603050405020304" pitchFamily="18" charset="0"/>
                <a:cs typeface="Times New Roman" panose="02020603050405020304" pitchFamily="18" charset="0"/>
              </a:rPr>
              <a:t>Gestion des délais </a:t>
            </a:r>
          </a:p>
        </p:txBody>
      </p:sp>
      <p:sp>
        <p:nvSpPr>
          <p:cNvPr id="3" name="Rectangle : coins arrondis 2">
            <a:extLst>
              <a:ext uri="{FF2B5EF4-FFF2-40B4-BE49-F238E27FC236}">
                <a16:creationId xmlns:a16="http://schemas.microsoft.com/office/drawing/2014/main" id="{B3E2EDB3-1472-3ECF-1B29-8CD856EBBF3E}"/>
              </a:ext>
            </a:extLst>
          </p:cNvPr>
          <p:cNvSpPr/>
          <p:nvPr/>
        </p:nvSpPr>
        <p:spPr>
          <a:xfrm>
            <a:off x="5360838" y="2515188"/>
            <a:ext cx="2679165" cy="156380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solidFill>
                  <a:srgbClr val="3333CC"/>
                </a:solidFill>
                <a:latin typeface="Times New Roman" panose="02020603050405020304" pitchFamily="18" charset="0"/>
                <a:cs typeface="Times New Roman" panose="02020603050405020304" pitchFamily="18" charset="0"/>
              </a:rPr>
              <a:t>la difficulté de reproduire fidèlement la maquette sur le site final.</a:t>
            </a:r>
          </a:p>
        </p:txBody>
      </p:sp>
      <p:sp>
        <p:nvSpPr>
          <p:cNvPr id="7" name="Rectangle : coins arrondis 6">
            <a:extLst>
              <a:ext uri="{FF2B5EF4-FFF2-40B4-BE49-F238E27FC236}">
                <a16:creationId xmlns:a16="http://schemas.microsoft.com/office/drawing/2014/main" id="{D00C2FF3-F5B6-4C54-E72D-B3904ED2E7AF}"/>
              </a:ext>
            </a:extLst>
          </p:cNvPr>
          <p:cNvSpPr/>
          <p:nvPr/>
        </p:nvSpPr>
        <p:spPr>
          <a:xfrm>
            <a:off x="1524853" y="3774849"/>
            <a:ext cx="3125053" cy="270561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fr-FR" dirty="0">
                <a:solidFill>
                  <a:srgbClr val="3333CC"/>
                </a:solidFill>
                <a:latin typeface="Times New Roman" panose="02020603050405020304" pitchFamily="18" charset="0"/>
                <a:cs typeface="Times New Roman" panose="02020603050405020304" pitchFamily="18" charset="0"/>
              </a:rPr>
              <a:t>la difficulté de choisir la plateforme la plus appropriée pour répondre aux exigences spécifiques du projet</a:t>
            </a:r>
          </a:p>
        </p:txBody>
      </p:sp>
      <p:sp>
        <p:nvSpPr>
          <p:cNvPr id="9" name="Rectangle : coins arrondis 8">
            <a:extLst>
              <a:ext uri="{FF2B5EF4-FFF2-40B4-BE49-F238E27FC236}">
                <a16:creationId xmlns:a16="http://schemas.microsoft.com/office/drawing/2014/main" id="{E8FF529E-85AD-78F3-064E-8A3C407F58D2}"/>
              </a:ext>
            </a:extLst>
          </p:cNvPr>
          <p:cNvSpPr/>
          <p:nvPr/>
        </p:nvSpPr>
        <p:spPr>
          <a:xfrm>
            <a:off x="5557420" y="5127655"/>
            <a:ext cx="2286000" cy="107265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fr-FR" dirty="0">
                <a:solidFill>
                  <a:srgbClr val="3333CC"/>
                </a:solidFill>
                <a:latin typeface="Times New Roman" panose="02020603050405020304" pitchFamily="18" charset="0"/>
                <a:cs typeface="Times New Roman" panose="02020603050405020304" pitchFamily="18" charset="0"/>
              </a:rPr>
              <a:t>Complexité technique </a:t>
            </a:r>
          </a:p>
        </p:txBody>
      </p:sp>
    </p:spTree>
    <p:extLst>
      <p:ext uri="{BB962C8B-B14F-4D97-AF65-F5344CB8AC3E}">
        <p14:creationId xmlns:p14="http://schemas.microsoft.com/office/powerpoint/2010/main" val="3310215557"/>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75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750"/>
                                        <p:tgtEl>
                                          <p:spTgt spid="8">
                                            <p:txEl>
                                              <p:pRg st="0" end="0"/>
                                            </p:txEl>
                                          </p:spTgt>
                                        </p:tgtEl>
                                      </p:cBhvr>
                                    </p:animEffect>
                                    <p:anim calcmode="lin" valueType="num">
                                      <p:cBhvr>
                                        <p:cTn id="13" dur="75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xEl>
                                              <p:pRg st="1" end="1"/>
                                            </p:txEl>
                                          </p:spTgt>
                                        </p:tgtEl>
                                        <p:attrNameLst>
                                          <p:attrName>style.visibility</p:attrName>
                                        </p:attrNameLst>
                                      </p:cBhvr>
                                      <p:to>
                                        <p:strVal val="visible"/>
                                      </p:to>
                                    </p:set>
                                    <p:animEffect transition="in" filter="fade">
                                      <p:cBhvr>
                                        <p:cTn id="19" dur="750"/>
                                        <p:tgtEl>
                                          <p:spTgt spid="8">
                                            <p:txEl>
                                              <p:pRg st="1" end="1"/>
                                            </p:txEl>
                                          </p:spTgt>
                                        </p:tgtEl>
                                      </p:cBhvr>
                                    </p:animEffect>
                                    <p:anim calcmode="lin" valueType="num">
                                      <p:cBhvr>
                                        <p:cTn id="20" dur="75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21" dur="75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8">
                                            <p:txEl>
                                              <p:pRg st="2" end="2"/>
                                            </p:txEl>
                                          </p:spTgt>
                                        </p:tgtEl>
                                        <p:attrNameLst>
                                          <p:attrName>style.visibility</p:attrName>
                                        </p:attrNameLst>
                                      </p:cBhvr>
                                      <p:to>
                                        <p:strVal val="visible"/>
                                      </p:to>
                                    </p:set>
                                    <p:animEffect transition="in" filter="fade">
                                      <p:cBhvr>
                                        <p:cTn id="26" dur="750"/>
                                        <p:tgtEl>
                                          <p:spTgt spid="8">
                                            <p:txEl>
                                              <p:pRg st="2" end="2"/>
                                            </p:txEl>
                                          </p:spTgt>
                                        </p:tgtEl>
                                      </p:cBhvr>
                                    </p:animEffect>
                                    <p:anim calcmode="lin" valueType="num">
                                      <p:cBhvr>
                                        <p:cTn id="27" dur="75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28" dur="75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
                                        </p:tgtEl>
                                        <p:attrNameLst>
                                          <p:attrName>style.visibility</p:attrName>
                                        </p:attrNameLst>
                                      </p:cBhvr>
                                      <p:to>
                                        <p:strVal val="visible"/>
                                      </p:to>
                                    </p:set>
                                    <p:anim calcmode="lin" valueType="num">
                                      <p:cBhvr additive="base">
                                        <p:cTn id="33" dur="500" fill="hold"/>
                                        <p:tgtEl>
                                          <p:spTgt spid="2"/>
                                        </p:tgtEl>
                                        <p:attrNameLst>
                                          <p:attrName>ppt_x</p:attrName>
                                        </p:attrNameLst>
                                      </p:cBhvr>
                                      <p:tavLst>
                                        <p:tav tm="0">
                                          <p:val>
                                            <p:strVal val="#ppt_x"/>
                                          </p:val>
                                        </p:tav>
                                        <p:tav tm="100000">
                                          <p:val>
                                            <p:strVal val="#ppt_x"/>
                                          </p:val>
                                        </p:tav>
                                      </p:tavLst>
                                    </p:anim>
                                    <p:anim calcmode="lin" valueType="num">
                                      <p:cBhvr additive="base">
                                        <p:cTn id="34" dur="500" fill="hold"/>
                                        <p:tgtEl>
                                          <p:spTgt spid="2"/>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7"/>
                                        </p:tgtEl>
                                        <p:attrNameLst>
                                          <p:attrName>style.visibility</p:attrName>
                                        </p:attrNameLst>
                                      </p:cBhvr>
                                      <p:to>
                                        <p:strVal val="visible"/>
                                      </p:to>
                                    </p:set>
                                    <p:anim calcmode="lin" valueType="num">
                                      <p:cBhvr additive="base">
                                        <p:cTn id="37" dur="500" fill="hold"/>
                                        <p:tgtEl>
                                          <p:spTgt spid="7"/>
                                        </p:tgtEl>
                                        <p:attrNameLst>
                                          <p:attrName>ppt_x</p:attrName>
                                        </p:attrNameLst>
                                      </p:cBhvr>
                                      <p:tavLst>
                                        <p:tav tm="0">
                                          <p:val>
                                            <p:strVal val="#ppt_x"/>
                                          </p:val>
                                        </p:tav>
                                        <p:tav tm="100000">
                                          <p:val>
                                            <p:strVal val="#ppt_x"/>
                                          </p:val>
                                        </p:tav>
                                      </p:tavLst>
                                    </p:anim>
                                    <p:anim calcmode="lin" valueType="num">
                                      <p:cBhvr additive="base">
                                        <p:cTn id="38" dur="500" fill="hold"/>
                                        <p:tgtEl>
                                          <p:spTgt spid="7"/>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
                                        </p:tgtEl>
                                        <p:attrNameLst>
                                          <p:attrName>style.visibility</p:attrName>
                                        </p:attrNameLst>
                                      </p:cBhvr>
                                      <p:to>
                                        <p:strVal val="visible"/>
                                      </p:to>
                                    </p:set>
                                    <p:anim calcmode="lin" valueType="num">
                                      <p:cBhvr additive="base">
                                        <p:cTn id="41" dur="500" fill="hold"/>
                                        <p:tgtEl>
                                          <p:spTgt spid="3"/>
                                        </p:tgtEl>
                                        <p:attrNameLst>
                                          <p:attrName>ppt_x</p:attrName>
                                        </p:attrNameLst>
                                      </p:cBhvr>
                                      <p:tavLst>
                                        <p:tav tm="0">
                                          <p:val>
                                            <p:strVal val="#ppt_x"/>
                                          </p:val>
                                        </p:tav>
                                        <p:tav tm="100000">
                                          <p:val>
                                            <p:strVal val="#ppt_x"/>
                                          </p:val>
                                        </p:tav>
                                      </p:tavLst>
                                    </p:anim>
                                    <p:anim calcmode="lin" valueType="num">
                                      <p:cBhvr additive="base">
                                        <p:cTn id="42" dur="500" fill="hold"/>
                                        <p:tgtEl>
                                          <p:spTgt spid="3"/>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9"/>
                                        </p:tgtEl>
                                        <p:attrNameLst>
                                          <p:attrName>style.visibility</p:attrName>
                                        </p:attrNameLst>
                                      </p:cBhvr>
                                      <p:to>
                                        <p:strVal val="visible"/>
                                      </p:to>
                                    </p:set>
                                    <p:anim calcmode="lin" valueType="num">
                                      <p:cBhvr additive="base">
                                        <p:cTn id="45" dur="500" fill="hold"/>
                                        <p:tgtEl>
                                          <p:spTgt spid="9"/>
                                        </p:tgtEl>
                                        <p:attrNameLst>
                                          <p:attrName>ppt_x</p:attrName>
                                        </p:attrNameLst>
                                      </p:cBhvr>
                                      <p:tavLst>
                                        <p:tav tm="0">
                                          <p:val>
                                            <p:strVal val="#ppt_x"/>
                                          </p:val>
                                        </p:tav>
                                        <p:tav tm="100000">
                                          <p:val>
                                            <p:strVal val="#ppt_x"/>
                                          </p:val>
                                        </p:tav>
                                      </p:tavLst>
                                    </p:anim>
                                    <p:anim calcmode="lin" valueType="num">
                                      <p:cBhvr additive="base">
                                        <p:cTn id="4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e 3">
            <a:extLst>
              <a:ext uri="{FF2B5EF4-FFF2-40B4-BE49-F238E27FC236}">
                <a16:creationId xmlns:a16="http://schemas.microsoft.com/office/drawing/2014/main" id="{46499FBA-EEB5-C230-8C87-62DDEC0B0C1F}"/>
              </a:ext>
            </a:extLst>
          </p:cNvPr>
          <p:cNvGrpSpPr/>
          <p:nvPr/>
        </p:nvGrpSpPr>
        <p:grpSpPr>
          <a:xfrm>
            <a:off x="3190043" y="80383"/>
            <a:ext cx="9001957" cy="400109"/>
            <a:chOff x="5095196" y="345651"/>
            <a:chExt cx="3560531" cy="199962"/>
          </a:xfrm>
        </p:grpSpPr>
        <p:sp>
          <p:nvSpPr>
            <p:cNvPr id="5" name="ZoneTexte 4">
              <a:extLst>
                <a:ext uri="{FF2B5EF4-FFF2-40B4-BE49-F238E27FC236}">
                  <a16:creationId xmlns:a16="http://schemas.microsoft.com/office/drawing/2014/main" id="{10670052-C7C6-4FF9-00C0-10AB967D753E}"/>
                </a:ext>
              </a:extLst>
            </p:cNvPr>
            <p:cNvSpPr txBox="1"/>
            <p:nvPr/>
          </p:nvSpPr>
          <p:spPr>
            <a:xfrm>
              <a:off x="5095196" y="345651"/>
              <a:ext cx="3560531" cy="199962"/>
            </a:xfrm>
            <a:prstGeom prst="rect">
              <a:avLst/>
            </a:prstGeom>
            <a:noFill/>
          </p:spPr>
          <p:txBody>
            <a:bodyPr wrap="square" rtlCol="0" anchor="ctr">
              <a:spAutoFit/>
            </a:bodyPr>
            <a:lstStyle/>
            <a:p>
              <a:r>
                <a:rPr lang="fr-FR" sz="2000" b="1" i="1" dirty="0">
                  <a:solidFill>
                    <a:srgbClr val="002060"/>
                  </a:solidFill>
                  <a:latin typeface="Times New Roman" panose="02020603050405020304" pitchFamily="18" charset="0"/>
                  <a:cs typeface="Times New Roman" panose="02020603050405020304" pitchFamily="18" charset="0"/>
                </a:rPr>
                <a:t>LES PERSPECTIVES DE PROJET </a:t>
              </a:r>
            </a:p>
          </p:txBody>
        </p:sp>
        <p:cxnSp>
          <p:nvCxnSpPr>
            <p:cNvPr id="6" name="Connecteur droit 5">
              <a:extLst>
                <a:ext uri="{FF2B5EF4-FFF2-40B4-BE49-F238E27FC236}">
                  <a16:creationId xmlns:a16="http://schemas.microsoft.com/office/drawing/2014/main" id="{A23BFEB0-B4FF-6F67-5047-F4CB9A62CBC0}"/>
                </a:ext>
              </a:extLst>
            </p:cNvPr>
            <p:cNvCxnSpPr>
              <a:cxnSpLocks/>
            </p:cNvCxnSpPr>
            <p:nvPr/>
          </p:nvCxnSpPr>
          <p:spPr>
            <a:xfrm>
              <a:off x="5095196" y="538683"/>
              <a:ext cx="1564913" cy="0"/>
            </a:xfrm>
            <a:prstGeom prst="line">
              <a:avLst/>
            </a:prstGeom>
          </p:spPr>
          <p:style>
            <a:lnRef idx="1">
              <a:schemeClr val="accent6"/>
            </a:lnRef>
            <a:fillRef idx="0">
              <a:schemeClr val="accent6"/>
            </a:fillRef>
            <a:effectRef idx="0">
              <a:schemeClr val="accent6"/>
            </a:effectRef>
            <a:fontRef idx="minor">
              <a:schemeClr val="tx1"/>
            </a:fontRef>
          </p:style>
        </p:cxnSp>
      </p:grpSp>
      <p:sp>
        <p:nvSpPr>
          <p:cNvPr id="3" name="ZoneTexte 2">
            <a:extLst>
              <a:ext uri="{FF2B5EF4-FFF2-40B4-BE49-F238E27FC236}">
                <a16:creationId xmlns:a16="http://schemas.microsoft.com/office/drawing/2014/main" id="{C32B34A2-B1E6-7112-F952-5355AA0BF3CE}"/>
              </a:ext>
            </a:extLst>
          </p:cNvPr>
          <p:cNvSpPr txBox="1"/>
          <p:nvPr/>
        </p:nvSpPr>
        <p:spPr>
          <a:xfrm>
            <a:off x="520835" y="1151601"/>
            <a:ext cx="9472473" cy="1354217"/>
          </a:xfrm>
          <a:prstGeom prst="rect">
            <a:avLst/>
          </a:prstGeom>
          <a:noFill/>
        </p:spPr>
        <p:txBody>
          <a:bodyPr wrap="square" rtlCol="0">
            <a:spAutoFit/>
          </a:bodyPr>
          <a:lstStyle/>
          <a:p>
            <a:pPr algn="ctr"/>
            <a:r>
              <a:rPr lang="fr-FR" sz="1600" b="0" i="0" dirty="0">
                <a:effectLst/>
                <a:latin typeface="Times New Roman" panose="02020603050405020304" pitchFamily="18" charset="0"/>
                <a:cs typeface="Times New Roman" panose="02020603050405020304" pitchFamily="18" charset="0"/>
              </a:rPr>
              <a:t>Les perspectives d'un site web e-commerce sont généralement positives et prometteuses en raison de l'évolution du commerce en ligne et de l'adoption croissante des achats en ligne par les consommateurs.</a:t>
            </a:r>
          </a:p>
          <a:p>
            <a:pPr algn="ctr"/>
            <a:r>
              <a:rPr lang="fr-FR" sz="1600" b="0" i="0" dirty="0">
                <a:effectLst/>
                <a:latin typeface="Times New Roman" panose="02020603050405020304" pitchFamily="18" charset="0"/>
                <a:cs typeface="Times New Roman" panose="02020603050405020304" pitchFamily="18" charset="0"/>
              </a:rPr>
              <a:t>Voici quelques perspectives de notre site :</a:t>
            </a:r>
          </a:p>
          <a:p>
            <a:endParaRPr lang="fr-FR" sz="1600" b="0" i="0" dirty="0">
              <a:effectLst/>
              <a:latin typeface="Times New Roman" panose="02020603050405020304" pitchFamily="18" charset="0"/>
              <a:cs typeface="Times New Roman" panose="02020603050405020304" pitchFamily="18" charset="0"/>
            </a:endParaRPr>
          </a:p>
          <a:p>
            <a:endParaRPr lang="fr-FR" dirty="0"/>
          </a:p>
        </p:txBody>
      </p:sp>
      <p:sp>
        <p:nvSpPr>
          <p:cNvPr id="2" name="Rectangle : coins arrondis 1">
            <a:extLst>
              <a:ext uri="{FF2B5EF4-FFF2-40B4-BE49-F238E27FC236}">
                <a16:creationId xmlns:a16="http://schemas.microsoft.com/office/drawing/2014/main" id="{10C701AE-238C-5866-4E81-A484676912D9}"/>
              </a:ext>
            </a:extLst>
          </p:cNvPr>
          <p:cNvSpPr/>
          <p:nvPr/>
        </p:nvSpPr>
        <p:spPr>
          <a:xfrm>
            <a:off x="2146845" y="3135608"/>
            <a:ext cx="1837593" cy="161778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fr-FR" dirty="0">
                <a:solidFill>
                  <a:srgbClr val="3333CC"/>
                </a:solidFill>
                <a:latin typeface="Times New Roman" panose="02020603050405020304" pitchFamily="18" charset="0"/>
                <a:cs typeface="Times New Roman" panose="02020603050405020304" pitchFamily="18" charset="0"/>
              </a:rPr>
              <a:t>Évolutivité et flexibilité </a:t>
            </a:r>
          </a:p>
        </p:txBody>
      </p:sp>
      <p:sp>
        <p:nvSpPr>
          <p:cNvPr id="7" name="Rectangle : coins arrondis 6">
            <a:extLst>
              <a:ext uri="{FF2B5EF4-FFF2-40B4-BE49-F238E27FC236}">
                <a16:creationId xmlns:a16="http://schemas.microsoft.com/office/drawing/2014/main" id="{D1A20DFF-BE3B-4AA4-B580-E6FF2DECBB25}"/>
              </a:ext>
            </a:extLst>
          </p:cNvPr>
          <p:cNvSpPr/>
          <p:nvPr/>
        </p:nvSpPr>
        <p:spPr>
          <a:xfrm>
            <a:off x="4338277" y="2242251"/>
            <a:ext cx="1837593" cy="161778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fr-FR" dirty="0">
                <a:solidFill>
                  <a:srgbClr val="3333CC"/>
                </a:solidFill>
                <a:latin typeface="Times New Roman" panose="02020603050405020304" pitchFamily="18" charset="0"/>
                <a:cs typeface="Times New Roman" panose="02020603050405020304" pitchFamily="18" charset="0"/>
              </a:rPr>
              <a:t>Réduction des coûts d'exploitation  </a:t>
            </a:r>
          </a:p>
        </p:txBody>
      </p:sp>
      <p:sp>
        <p:nvSpPr>
          <p:cNvPr id="8" name="Rectangle : coins arrondis 7">
            <a:extLst>
              <a:ext uri="{FF2B5EF4-FFF2-40B4-BE49-F238E27FC236}">
                <a16:creationId xmlns:a16="http://schemas.microsoft.com/office/drawing/2014/main" id="{EE8976C4-294F-A989-D4B5-8CE787589AA7}"/>
              </a:ext>
            </a:extLst>
          </p:cNvPr>
          <p:cNvSpPr/>
          <p:nvPr/>
        </p:nvSpPr>
        <p:spPr>
          <a:xfrm>
            <a:off x="6529707" y="3135607"/>
            <a:ext cx="1837593" cy="161778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fr-FR" dirty="0">
                <a:solidFill>
                  <a:srgbClr val="3333CC"/>
                </a:solidFill>
                <a:latin typeface="Times New Roman" panose="02020603050405020304" pitchFamily="18" charset="0"/>
                <a:cs typeface="Times New Roman" panose="02020603050405020304" pitchFamily="18" charset="0"/>
              </a:rPr>
              <a:t>Croissance continue du commerce en ligne </a:t>
            </a:r>
          </a:p>
        </p:txBody>
      </p:sp>
      <p:sp>
        <p:nvSpPr>
          <p:cNvPr id="9" name="Rectangle : coins arrondis 8">
            <a:extLst>
              <a:ext uri="{FF2B5EF4-FFF2-40B4-BE49-F238E27FC236}">
                <a16:creationId xmlns:a16="http://schemas.microsoft.com/office/drawing/2014/main" id="{3258EC71-8D32-D58A-8417-61F0F0C001D7}"/>
              </a:ext>
            </a:extLst>
          </p:cNvPr>
          <p:cNvSpPr/>
          <p:nvPr/>
        </p:nvSpPr>
        <p:spPr>
          <a:xfrm>
            <a:off x="4338276" y="4489825"/>
            <a:ext cx="1837593" cy="161778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fr-FR" dirty="0">
                <a:solidFill>
                  <a:srgbClr val="3333CC"/>
                </a:solidFill>
                <a:latin typeface="Times New Roman" panose="02020603050405020304" pitchFamily="18" charset="0"/>
                <a:cs typeface="Times New Roman" panose="02020603050405020304" pitchFamily="18" charset="0"/>
              </a:rPr>
              <a:t>Accès à un marché mondial  </a:t>
            </a:r>
          </a:p>
        </p:txBody>
      </p:sp>
    </p:spTree>
    <p:extLst>
      <p:ext uri="{BB962C8B-B14F-4D97-AF65-F5344CB8AC3E}">
        <p14:creationId xmlns:p14="http://schemas.microsoft.com/office/powerpoint/2010/main" val="1522039204"/>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75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750"/>
                                        <p:tgtEl>
                                          <p:spTgt spid="3">
                                            <p:txEl>
                                              <p:pRg st="0" end="0"/>
                                            </p:txEl>
                                          </p:spTgt>
                                        </p:tgtEl>
                                      </p:cBhvr>
                                    </p:animEffect>
                                    <p:anim calcmode="lin" valueType="num">
                                      <p:cBhvr>
                                        <p:cTn id="13" dur="75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75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750"/>
                                        <p:tgtEl>
                                          <p:spTgt spid="3">
                                            <p:txEl>
                                              <p:pRg st="1" end="1"/>
                                            </p:txEl>
                                          </p:spTgt>
                                        </p:tgtEl>
                                      </p:cBhvr>
                                    </p:animEffect>
                                    <p:anim calcmode="lin" valueType="num">
                                      <p:cBhvr>
                                        <p:cTn id="20" dur="75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75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2"/>
                                        </p:tgtEl>
                                        <p:attrNameLst>
                                          <p:attrName>style.visibility</p:attrName>
                                        </p:attrNameLst>
                                      </p:cBhvr>
                                      <p:to>
                                        <p:strVal val="visible"/>
                                      </p:to>
                                    </p:set>
                                    <p:anim calcmode="lin" valueType="num">
                                      <p:cBhvr additive="base">
                                        <p:cTn id="26" dur="750" fill="hold"/>
                                        <p:tgtEl>
                                          <p:spTgt spid="2"/>
                                        </p:tgtEl>
                                        <p:attrNameLst>
                                          <p:attrName>ppt_x</p:attrName>
                                        </p:attrNameLst>
                                      </p:cBhvr>
                                      <p:tavLst>
                                        <p:tav tm="0">
                                          <p:val>
                                            <p:strVal val="#ppt_x"/>
                                          </p:val>
                                        </p:tav>
                                        <p:tav tm="100000">
                                          <p:val>
                                            <p:strVal val="#ppt_x"/>
                                          </p:val>
                                        </p:tav>
                                      </p:tavLst>
                                    </p:anim>
                                    <p:anim calcmode="lin" valueType="num">
                                      <p:cBhvr additive="base">
                                        <p:cTn id="27" dur="750" fill="hold"/>
                                        <p:tgtEl>
                                          <p:spTgt spid="2"/>
                                        </p:tgtEl>
                                        <p:attrNameLst>
                                          <p:attrName>ppt_y</p:attrName>
                                        </p:attrNameLst>
                                      </p:cBhvr>
                                      <p:tavLst>
                                        <p:tav tm="0">
                                          <p:val>
                                            <p:strVal val="1+#ppt_h/2"/>
                                          </p:val>
                                        </p:tav>
                                        <p:tav tm="100000">
                                          <p:val>
                                            <p:strVal val="#ppt_y"/>
                                          </p:val>
                                        </p:tav>
                                      </p:tavLst>
                                    </p:anim>
                                  </p:childTnLst>
                                </p:cTn>
                              </p:par>
                              <p:par>
                                <p:cTn id="28" presetID="2" presetClass="entr" presetSubtype="4"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 calcmode="lin" valueType="num">
                                      <p:cBhvr additive="base">
                                        <p:cTn id="30" dur="750" fill="hold"/>
                                        <p:tgtEl>
                                          <p:spTgt spid="7"/>
                                        </p:tgtEl>
                                        <p:attrNameLst>
                                          <p:attrName>ppt_x</p:attrName>
                                        </p:attrNameLst>
                                      </p:cBhvr>
                                      <p:tavLst>
                                        <p:tav tm="0">
                                          <p:val>
                                            <p:strVal val="#ppt_x"/>
                                          </p:val>
                                        </p:tav>
                                        <p:tav tm="100000">
                                          <p:val>
                                            <p:strVal val="#ppt_x"/>
                                          </p:val>
                                        </p:tav>
                                      </p:tavLst>
                                    </p:anim>
                                    <p:anim calcmode="lin" valueType="num">
                                      <p:cBhvr additive="base">
                                        <p:cTn id="31" dur="750" fill="hold"/>
                                        <p:tgtEl>
                                          <p:spTgt spid="7"/>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additive="base">
                                        <p:cTn id="34" dur="750" fill="hold"/>
                                        <p:tgtEl>
                                          <p:spTgt spid="9"/>
                                        </p:tgtEl>
                                        <p:attrNameLst>
                                          <p:attrName>ppt_x</p:attrName>
                                        </p:attrNameLst>
                                      </p:cBhvr>
                                      <p:tavLst>
                                        <p:tav tm="0">
                                          <p:val>
                                            <p:strVal val="#ppt_x"/>
                                          </p:val>
                                        </p:tav>
                                        <p:tav tm="100000">
                                          <p:val>
                                            <p:strVal val="#ppt_x"/>
                                          </p:val>
                                        </p:tav>
                                      </p:tavLst>
                                    </p:anim>
                                    <p:anim calcmode="lin" valueType="num">
                                      <p:cBhvr additive="base">
                                        <p:cTn id="35" dur="750" fill="hold"/>
                                        <p:tgtEl>
                                          <p:spTgt spid="9"/>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8"/>
                                        </p:tgtEl>
                                        <p:attrNameLst>
                                          <p:attrName>style.visibility</p:attrName>
                                        </p:attrNameLst>
                                      </p:cBhvr>
                                      <p:to>
                                        <p:strVal val="visible"/>
                                      </p:to>
                                    </p:set>
                                    <p:anim calcmode="lin" valueType="num">
                                      <p:cBhvr additive="base">
                                        <p:cTn id="38" dur="750" fill="hold"/>
                                        <p:tgtEl>
                                          <p:spTgt spid="8"/>
                                        </p:tgtEl>
                                        <p:attrNameLst>
                                          <p:attrName>ppt_x</p:attrName>
                                        </p:attrNameLst>
                                      </p:cBhvr>
                                      <p:tavLst>
                                        <p:tav tm="0">
                                          <p:val>
                                            <p:strVal val="#ppt_x"/>
                                          </p:val>
                                        </p:tav>
                                        <p:tav tm="100000">
                                          <p:val>
                                            <p:strVal val="#ppt_x"/>
                                          </p:val>
                                        </p:tav>
                                      </p:tavLst>
                                    </p:anim>
                                    <p:anim calcmode="lin" valueType="num">
                                      <p:cBhvr additive="base">
                                        <p:cTn id="39" dur="75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e 3">
            <a:extLst>
              <a:ext uri="{FF2B5EF4-FFF2-40B4-BE49-F238E27FC236}">
                <a16:creationId xmlns:a16="http://schemas.microsoft.com/office/drawing/2014/main" id="{46499FBA-EEB5-C230-8C87-62DDEC0B0C1F}"/>
              </a:ext>
            </a:extLst>
          </p:cNvPr>
          <p:cNvGrpSpPr/>
          <p:nvPr/>
        </p:nvGrpSpPr>
        <p:grpSpPr>
          <a:xfrm>
            <a:off x="2479799" y="38660"/>
            <a:ext cx="9001957" cy="443209"/>
            <a:chOff x="5095196" y="317181"/>
            <a:chExt cx="3560531" cy="221502"/>
          </a:xfrm>
        </p:grpSpPr>
        <p:sp>
          <p:nvSpPr>
            <p:cNvPr id="5" name="ZoneTexte 4">
              <a:extLst>
                <a:ext uri="{FF2B5EF4-FFF2-40B4-BE49-F238E27FC236}">
                  <a16:creationId xmlns:a16="http://schemas.microsoft.com/office/drawing/2014/main" id="{10670052-C7C6-4FF9-00C0-10AB967D753E}"/>
                </a:ext>
              </a:extLst>
            </p:cNvPr>
            <p:cNvSpPr txBox="1"/>
            <p:nvPr/>
          </p:nvSpPr>
          <p:spPr>
            <a:xfrm>
              <a:off x="5095196" y="317181"/>
              <a:ext cx="3560531" cy="199962"/>
            </a:xfrm>
            <a:prstGeom prst="rect">
              <a:avLst/>
            </a:prstGeom>
            <a:noFill/>
          </p:spPr>
          <p:txBody>
            <a:bodyPr wrap="square" rtlCol="0" anchor="ctr">
              <a:spAutoFit/>
            </a:bodyPr>
            <a:lstStyle/>
            <a:p>
              <a:r>
                <a:rPr lang="fr-FR" sz="2000" b="1" i="1" dirty="0">
                  <a:solidFill>
                    <a:srgbClr val="002060"/>
                  </a:solidFill>
                  <a:latin typeface="Times New Roman" panose="02020603050405020304" pitchFamily="18" charset="0"/>
                  <a:cs typeface="Times New Roman" panose="02020603050405020304" pitchFamily="18" charset="0"/>
                </a:rPr>
                <a:t>LA DÉMONSTRATION DE DIFFÉRENTES PAGES D</a:t>
              </a:r>
            </a:p>
          </p:txBody>
        </p:sp>
        <p:cxnSp>
          <p:nvCxnSpPr>
            <p:cNvPr id="6" name="Connecteur droit 5">
              <a:extLst>
                <a:ext uri="{FF2B5EF4-FFF2-40B4-BE49-F238E27FC236}">
                  <a16:creationId xmlns:a16="http://schemas.microsoft.com/office/drawing/2014/main" id="{A23BFEB0-B4FF-6F67-5047-F4CB9A62CBC0}"/>
                </a:ext>
              </a:extLst>
            </p:cNvPr>
            <p:cNvCxnSpPr>
              <a:cxnSpLocks/>
            </p:cNvCxnSpPr>
            <p:nvPr/>
          </p:nvCxnSpPr>
          <p:spPr>
            <a:xfrm>
              <a:off x="5095196" y="538683"/>
              <a:ext cx="2386575" cy="0"/>
            </a:xfrm>
            <a:prstGeom prst="line">
              <a:avLst/>
            </a:prstGeom>
          </p:spPr>
          <p:style>
            <a:lnRef idx="1">
              <a:schemeClr val="accent6"/>
            </a:lnRef>
            <a:fillRef idx="0">
              <a:schemeClr val="accent6"/>
            </a:fillRef>
            <a:effectRef idx="0">
              <a:schemeClr val="accent6"/>
            </a:effectRef>
            <a:fontRef idx="minor">
              <a:schemeClr val="tx1"/>
            </a:fontRef>
          </p:style>
        </p:cxnSp>
      </p:grpSp>
      <p:grpSp>
        <p:nvGrpSpPr>
          <p:cNvPr id="17" name="Groupe 16">
            <a:extLst>
              <a:ext uri="{FF2B5EF4-FFF2-40B4-BE49-F238E27FC236}">
                <a16:creationId xmlns:a16="http://schemas.microsoft.com/office/drawing/2014/main" id="{D6260778-9B7F-AD5E-424C-43F99E60CF77}"/>
              </a:ext>
            </a:extLst>
          </p:cNvPr>
          <p:cNvGrpSpPr/>
          <p:nvPr/>
        </p:nvGrpSpPr>
        <p:grpSpPr>
          <a:xfrm>
            <a:off x="870013" y="1074576"/>
            <a:ext cx="8371643" cy="5716906"/>
            <a:chOff x="1100830" y="616765"/>
            <a:chExt cx="8371643" cy="5716906"/>
          </a:xfrm>
        </p:grpSpPr>
        <p:pic>
          <p:nvPicPr>
            <p:cNvPr id="3" name="Image 2" descr="Une image contenant texte, Appareils électroniques, ordinateur, ordinateur portable&#10;&#10;Description générée automatiquement">
              <a:extLst>
                <a:ext uri="{FF2B5EF4-FFF2-40B4-BE49-F238E27FC236}">
                  <a16:creationId xmlns:a16="http://schemas.microsoft.com/office/drawing/2014/main" id="{E5ECF3B0-4933-C9B5-A025-0440E1E235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831" y="631053"/>
              <a:ext cx="3968319" cy="1366421"/>
            </a:xfrm>
            <a:prstGeom prst="rect">
              <a:avLst/>
            </a:prstGeom>
          </p:spPr>
        </p:pic>
        <p:pic>
          <p:nvPicPr>
            <p:cNvPr id="8" name="Image 7" descr="Une image contenant texte, ordinateur, ordinateur portable, multimédia&#10;&#10;Description générée automatiquement">
              <a:extLst>
                <a:ext uri="{FF2B5EF4-FFF2-40B4-BE49-F238E27FC236}">
                  <a16:creationId xmlns:a16="http://schemas.microsoft.com/office/drawing/2014/main" id="{99EE3464-2BD0-B3FF-A0E9-35EC5CCA4A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0830" y="1997474"/>
              <a:ext cx="3968319" cy="1366421"/>
            </a:xfrm>
            <a:prstGeom prst="rect">
              <a:avLst/>
            </a:prstGeom>
          </p:spPr>
        </p:pic>
        <p:pic>
          <p:nvPicPr>
            <p:cNvPr id="10" name="Image 9" descr="Une image contenant texte, Appareils électroniques, ordinateur, Périphérique de sortie&#10;&#10;Description générée automatiquement">
              <a:extLst>
                <a:ext uri="{FF2B5EF4-FFF2-40B4-BE49-F238E27FC236}">
                  <a16:creationId xmlns:a16="http://schemas.microsoft.com/office/drawing/2014/main" id="{DE3BB0A8-7116-5BEB-99E9-158C6FAF6B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0830" y="3378183"/>
              <a:ext cx="3968319" cy="1797499"/>
            </a:xfrm>
            <a:prstGeom prst="rect">
              <a:avLst/>
            </a:prstGeom>
          </p:spPr>
        </p:pic>
        <p:pic>
          <p:nvPicPr>
            <p:cNvPr id="12" name="Image 11" descr="Une image contenant texte, ordinateur, ordinateur portable, Appareils électroniques&#10;&#10;Description générée automatiquement">
              <a:extLst>
                <a:ext uri="{FF2B5EF4-FFF2-40B4-BE49-F238E27FC236}">
                  <a16:creationId xmlns:a16="http://schemas.microsoft.com/office/drawing/2014/main" id="{B8956002-4F0C-DDD5-9A89-DF7F0680158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0830" y="4905497"/>
              <a:ext cx="3968319" cy="1428174"/>
            </a:xfrm>
            <a:prstGeom prst="rect">
              <a:avLst/>
            </a:prstGeom>
          </p:spPr>
        </p:pic>
        <p:pic>
          <p:nvPicPr>
            <p:cNvPr id="14" name="Image 13" descr="Une image contenant texte, ordinateur, capture d’écran, Site web&#10;&#10;Description générée automatiquement">
              <a:extLst>
                <a:ext uri="{FF2B5EF4-FFF2-40B4-BE49-F238E27FC236}">
                  <a16:creationId xmlns:a16="http://schemas.microsoft.com/office/drawing/2014/main" id="{91591B9B-7DDB-924A-04D0-51F86A0BA68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05873" y="616765"/>
              <a:ext cx="4166600" cy="1797496"/>
            </a:xfrm>
            <a:prstGeom prst="rect">
              <a:avLst/>
            </a:prstGeom>
          </p:spPr>
        </p:pic>
        <p:pic>
          <p:nvPicPr>
            <p:cNvPr id="16" name="Image 15" descr="Une image contenant texte, capture d’écran, Police, conception&#10;&#10;Description générée automatiquement">
              <a:extLst>
                <a:ext uri="{FF2B5EF4-FFF2-40B4-BE49-F238E27FC236}">
                  <a16:creationId xmlns:a16="http://schemas.microsoft.com/office/drawing/2014/main" id="{41EF9CDF-2AEB-260E-0C04-7F8444CE1D4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05873" y="2414261"/>
              <a:ext cx="4166600" cy="3657051"/>
            </a:xfrm>
            <a:prstGeom prst="rect">
              <a:avLst/>
            </a:prstGeom>
          </p:spPr>
        </p:pic>
      </p:grpSp>
      <p:sp>
        <p:nvSpPr>
          <p:cNvPr id="18" name="ZoneTexte 17">
            <a:extLst>
              <a:ext uri="{FF2B5EF4-FFF2-40B4-BE49-F238E27FC236}">
                <a16:creationId xmlns:a16="http://schemas.microsoft.com/office/drawing/2014/main" id="{97D06788-8E0A-8755-4CC8-E25F17A4749F}"/>
              </a:ext>
            </a:extLst>
          </p:cNvPr>
          <p:cNvSpPr txBox="1"/>
          <p:nvPr/>
        </p:nvSpPr>
        <p:spPr>
          <a:xfrm>
            <a:off x="967666" y="665825"/>
            <a:ext cx="5814874" cy="338554"/>
          </a:xfrm>
          <a:prstGeom prst="rect">
            <a:avLst/>
          </a:prstGeom>
          <a:noFill/>
        </p:spPr>
        <p:txBody>
          <a:bodyPr wrap="square" rtlCol="0">
            <a:spAutoFit/>
          </a:bodyPr>
          <a:lstStyle/>
          <a:p>
            <a:r>
              <a:rPr lang="en-US" sz="1600" b="1" u="sng" dirty="0">
                <a:solidFill>
                  <a:srgbClr val="FF0000"/>
                </a:solidFill>
                <a:latin typeface="Times New Roman" panose="02020603050405020304" pitchFamily="18" charset="0"/>
                <a:cs typeface="Times New Roman" panose="02020603050405020304" pitchFamily="18" charset="0"/>
              </a:rPr>
              <a:t>Page </a:t>
            </a:r>
            <a:r>
              <a:rPr lang="en-US" sz="1600" b="1" u="sng" dirty="0" err="1">
                <a:solidFill>
                  <a:srgbClr val="FF0000"/>
                </a:solidFill>
                <a:latin typeface="Times New Roman" panose="02020603050405020304" pitchFamily="18" charset="0"/>
                <a:cs typeface="Times New Roman" panose="02020603050405020304" pitchFamily="18" charset="0"/>
              </a:rPr>
              <a:t>d’accueil</a:t>
            </a:r>
            <a:r>
              <a:rPr lang="en-US" sz="1600" b="1" u="sng" dirty="0">
                <a:solidFill>
                  <a:srgbClr val="FF0000"/>
                </a:solidFill>
                <a:latin typeface="Times New Roman" panose="02020603050405020304" pitchFamily="18" charset="0"/>
                <a:cs typeface="Times New Roman" panose="02020603050405020304" pitchFamily="18" charset="0"/>
              </a:rPr>
              <a:t> :</a:t>
            </a:r>
            <a:endParaRPr lang="fr-FR" sz="1600" b="1" u="sng"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4694690"/>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75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1000"/>
                                        <p:tgtEl>
                                          <p:spTgt spid="18"/>
                                        </p:tgtEl>
                                      </p:cBhvr>
                                    </p:animEffect>
                                    <p:anim calcmode="lin" valueType="num">
                                      <p:cBhvr>
                                        <p:cTn id="13" dur="1000" fill="hold"/>
                                        <p:tgtEl>
                                          <p:spTgt spid="18"/>
                                        </p:tgtEl>
                                        <p:attrNameLst>
                                          <p:attrName>ppt_x</p:attrName>
                                        </p:attrNameLst>
                                      </p:cBhvr>
                                      <p:tavLst>
                                        <p:tav tm="0">
                                          <p:val>
                                            <p:strVal val="#ppt_x"/>
                                          </p:val>
                                        </p:tav>
                                        <p:tav tm="100000">
                                          <p:val>
                                            <p:strVal val="#ppt_x"/>
                                          </p:val>
                                        </p:tav>
                                      </p:tavLst>
                                    </p:anim>
                                    <p:anim calcmode="lin" valueType="num">
                                      <p:cBhvr>
                                        <p:cTn id="14"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1000"/>
                                        <p:tgtEl>
                                          <p:spTgt spid="17"/>
                                        </p:tgtEl>
                                      </p:cBhvr>
                                    </p:animEffect>
                                    <p:anim calcmode="lin" valueType="num">
                                      <p:cBhvr>
                                        <p:cTn id="20" dur="1000" fill="hold"/>
                                        <p:tgtEl>
                                          <p:spTgt spid="17"/>
                                        </p:tgtEl>
                                        <p:attrNameLst>
                                          <p:attrName>ppt_x</p:attrName>
                                        </p:attrNameLst>
                                      </p:cBhvr>
                                      <p:tavLst>
                                        <p:tav tm="0">
                                          <p:val>
                                            <p:strVal val="#ppt_x"/>
                                          </p:val>
                                        </p:tav>
                                        <p:tav tm="100000">
                                          <p:val>
                                            <p:strVal val="#ppt_x"/>
                                          </p:val>
                                        </p:tav>
                                      </p:tavLst>
                                    </p:anim>
                                    <p:anim calcmode="lin" valueType="num">
                                      <p:cBhvr>
                                        <p:cTn id="21"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Une image contenant texte, capture d’écran, conception&#10;&#10;Description générée automatiquement">
            <a:extLst>
              <a:ext uri="{FF2B5EF4-FFF2-40B4-BE49-F238E27FC236}">
                <a16:creationId xmlns:a16="http://schemas.microsoft.com/office/drawing/2014/main" id="{62EF648B-8218-6471-B0B2-29A801A50E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4395" y="843157"/>
            <a:ext cx="5217111" cy="2585843"/>
          </a:xfrm>
          <a:prstGeom prst="rect">
            <a:avLst/>
          </a:prstGeom>
        </p:spPr>
      </p:pic>
      <p:pic>
        <p:nvPicPr>
          <p:cNvPr id="7" name="Image 6" descr="Une image contenant texte, ordinateur, logiciel, capture d’écran&#10;&#10;Description générée automatiquement">
            <a:extLst>
              <a:ext uri="{FF2B5EF4-FFF2-40B4-BE49-F238E27FC236}">
                <a16:creationId xmlns:a16="http://schemas.microsoft.com/office/drawing/2014/main" id="{D5B59DAA-916C-48BF-C942-BF5C8D3179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2414" y="4415588"/>
            <a:ext cx="3906173" cy="2312857"/>
          </a:xfrm>
          <a:prstGeom prst="rect">
            <a:avLst/>
          </a:prstGeom>
        </p:spPr>
      </p:pic>
      <p:pic>
        <p:nvPicPr>
          <p:cNvPr id="9" name="Image 8" descr="Une image contenant texte, capture d’écran, logiciel, Page web&#10;&#10;Description générée automatiquement">
            <a:extLst>
              <a:ext uri="{FF2B5EF4-FFF2-40B4-BE49-F238E27FC236}">
                <a16:creationId xmlns:a16="http://schemas.microsoft.com/office/drawing/2014/main" id="{072A9435-899C-B48B-60A5-994C6283E2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67970" y="843157"/>
            <a:ext cx="5675121" cy="2585843"/>
          </a:xfrm>
          <a:prstGeom prst="rect">
            <a:avLst/>
          </a:prstGeom>
        </p:spPr>
      </p:pic>
      <p:sp>
        <p:nvSpPr>
          <p:cNvPr id="10" name="ZoneTexte 9">
            <a:extLst>
              <a:ext uri="{FF2B5EF4-FFF2-40B4-BE49-F238E27FC236}">
                <a16:creationId xmlns:a16="http://schemas.microsoft.com/office/drawing/2014/main" id="{9BDCB64A-A228-8C5C-79CB-C9664381509F}"/>
              </a:ext>
            </a:extLst>
          </p:cNvPr>
          <p:cNvSpPr txBox="1"/>
          <p:nvPr/>
        </p:nvSpPr>
        <p:spPr>
          <a:xfrm>
            <a:off x="790113" y="370303"/>
            <a:ext cx="5814874" cy="338554"/>
          </a:xfrm>
          <a:prstGeom prst="rect">
            <a:avLst/>
          </a:prstGeom>
          <a:noFill/>
        </p:spPr>
        <p:txBody>
          <a:bodyPr wrap="square" rtlCol="0">
            <a:spAutoFit/>
          </a:bodyPr>
          <a:lstStyle/>
          <a:p>
            <a:r>
              <a:rPr lang="en-US" sz="1600" b="1" u="sng" dirty="0">
                <a:solidFill>
                  <a:srgbClr val="FF0000"/>
                </a:solidFill>
                <a:latin typeface="Times New Roman" panose="02020603050405020304" pitchFamily="18" charset="0"/>
                <a:cs typeface="Times New Roman" panose="02020603050405020304" pitchFamily="18" charset="0"/>
              </a:rPr>
              <a:t>Page Nos cat</a:t>
            </a:r>
            <a:r>
              <a:rPr lang="fr-FR" sz="1600" b="1" u="sng" dirty="0">
                <a:solidFill>
                  <a:srgbClr val="FF0000"/>
                </a:solidFill>
                <a:latin typeface="Times New Roman" panose="02020603050405020304" pitchFamily="18" charset="0"/>
                <a:cs typeface="Times New Roman" panose="02020603050405020304" pitchFamily="18" charset="0"/>
              </a:rPr>
              <a:t>é</a:t>
            </a:r>
            <a:r>
              <a:rPr lang="en-US" sz="1600" b="1" u="sng" dirty="0" err="1">
                <a:solidFill>
                  <a:srgbClr val="FF0000"/>
                </a:solidFill>
                <a:latin typeface="Times New Roman" panose="02020603050405020304" pitchFamily="18" charset="0"/>
                <a:cs typeface="Times New Roman" panose="02020603050405020304" pitchFamily="18" charset="0"/>
              </a:rPr>
              <a:t>gories</a:t>
            </a:r>
            <a:r>
              <a:rPr lang="en-US" sz="1600" b="1" u="sng" dirty="0">
                <a:solidFill>
                  <a:srgbClr val="FF0000"/>
                </a:solidFill>
                <a:latin typeface="Times New Roman" panose="02020603050405020304" pitchFamily="18" charset="0"/>
                <a:cs typeface="Times New Roman" panose="02020603050405020304" pitchFamily="18" charset="0"/>
              </a:rPr>
              <a:t> :</a:t>
            </a:r>
            <a:endParaRPr lang="fr-FR" sz="1600" b="1" u="sng" dirty="0">
              <a:solidFill>
                <a:srgbClr val="FF0000"/>
              </a:solidFill>
              <a:latin typeface="Times New Roman" panose="02020603050405020304" pitchFamily="18" charset="0"/>
              <a:cs typeface="Times New Roman" panose="02020603050405020304" pitchFamily="18" charset="0"/>
            </a:endParaRPr>
          </a:p>
        </p:txBody>
      </p:sp>
      <p:sp>
        <p:nvSpPr>
          <p:cNvPr id="11" name="ZoneTexte 10">
            <a:extLst>
              <a:ext uri="{FF2B5EF4-FFF2-40B4-BE49-F238E27FC236}">
                <a16:creationId xmlns:a16="http://schemas.microsoft.com/office/drawing/2014/main" id="{A88032C2-37CA-9D37-2560-D5F67DFB6989}"/>
              </a:ext>
            </a:extLst>
          </p:cNvPr>
          <p:cNvSpPr txBox="1"/>
          <p:nvPr/>
        </p:nvSpPr>
        <p:spPr>
          <a:xfrm>
            <a:off x="6267970" y="370303"/>
            <a:ext cx="6428911" cy="338554"/>
          </a:xfrm>
          <a:prstGeom prst="rect">
            <a:avLst/>
          </a:prstGeom>
          <a:noFill/>
        </p:spPr>
        <p:txBody>
          <a:bodyPr wrap="square" rtlCol="0">
            <a:spAutoFit/>
          </a:bodyPr>
          <a:lstStyle/>
          <a:p>
            <a:r>
              <a:rPr lang="en-US" sz="1600" b="1" u="sng" dirty="0">
                <a:solidFill>
                  <a:srgbClr val="FF0000"/>
                </a:solidFill>
                <a:latin typeface="Times New Roman" panose="02020603050405020304" pitchFamily="18" charset="0"/>
                <a:cs typeface="Times New Roman" panose="02020603050405020304" pitchFamily="18" charset="0"/>
              </a:rPr>
              <a:t>Page </a:t>
            </a:r>
            <a:r>
              <a:rPr lang="en-US" sz="1600" b="1" u="sng" dirty="0" err="1">
                <a:solidFill>
                  <a:srgbClr val="FF0000"/>
                </a:solidFill>
                <a:latin typeface="Times New Roman" panose="02020603050405020304" pitchFamily="18" charset="0"/>
                <a:cs typeface="Times New Roman" panose="02020603050405020304" pitchFamily="18" charset="0"/>
              </a:rPr>
              <a:t>afficher</a:t>
            </a:r>
            <a:r>
              <a:rPr lang="en-US" sz="1600" b="1" u="sng" dirty="0">
                <a:solidFill>
                  <a:srgbClr val="FF0000"/>
                </a:solidFill>
                <a:latin typeface="Times New Roman" panose="02020603050405020304" pitchFamily="18" charset="0"/>
                <a:cs typeface="Times New Roman" panose="02020603050405020304" pitchFamily="18" charset="0"/>
              </a:rPr>
              <a:t> </a:t>
            </a:r>
            <a:r>
              <a:rPr lang="en-US" sz="1600" b="1" u="sng" dirty="0" err="1">
                <a:solidFill>
                  <a:srgbClr val="FF0000"/>
                </a:solidFill>
                <a:latin typeface="Times New Roman" panose="02020603050405020304" pitchFamily="18" charset="0"/>
                <a:cs typeface="Times New Roman" panose="02020603050405020304" pitchFamily="18" charset="0"/>
              </a:rPr>
              <a:t>selon</a:t>
            </a:r>
            <a:r>
              <a:rPr lang="en-US" sz="1600" b="1" u="sng" dirty="0">
                <a:solidFill>
                  <a:srgbClr val="FF0000"/>
                </a:solidFill>
                <a:latin typeface="Times New Roman" panose="02020603050405020304" pitchFamily="18" charset="0"/>
                <a:cs typeface="Times New Roman" panose="02020603050405020304" pitchFamily="18" charset="0"/>
              </a:rPr>
              <a:t> la recherche:</a:t>
            </a:r>
            <a:endParaRPr lang="fr-FR" sz="1600" b="1" u="sng" dirty="0">
              <a:solidFill>
                <a:srgbClr val="FF0000"/>
              </a:solidFill>
              <a:latin typeface="Times New Roman" panose="02020603050405020304" pitchFamily="18" charset="0"/>
              <a:cs typeface="Times New Roman" panose="02020603050405020304" pitchFamily="18" charset="0"/>
            </a:endParaRPr>
          </a:p>
        </p:txBody>
      </p:sp>
      <p:sp>
        <p:nvSpPr>
          <p:cNvPr id="13" name="ZoneTexte 12">
            <a:extLst>
              <a:ext uri="{FF2B5EF4-FFF2-40B4-BE49-F238E27FC236}">
                <a16:creationId xmlns:a16="http://schemas.microsoft.com/office/drawing/2014/main" id="{93B7EF9C-4A80-DF71-F982-4181EBD44703}"/>
              </a:ext>
            </a:extLst>
          </p:cNvPr>
          <p:cNvSpPr txBox="1"/>
          <p:nvPr/>
        </p:nvSpPr>
        <p:spPr>
          <a:xfrm>
            <a:off x="790113" y="3955347"/>
            <a:ext cx="5814874" cy="338554"/>
          </a:xfrm>
          <a:prstGeom prst="rect">
            <a:avLst/>
          </a:prstGeom>
          <a:noFill/>
        </p:spPr>
        <p:txBody>
          <a:bodyPr wrap="square" rtlCol="0">
            <a:spAutoFit/>
          </a:bodyPr>
          <a:lstStyle/>
          <a:p>
            <a:r>
              <a:rPr lang="en-US" sz="1600" b="1" u="sng" dirty="0">
                <a:solidFill>
                  <a:srgbClr val="FF0000"/>
                </a:solidFill>
                <a:latin typeface="Times New Roman" panose="02020603050405020304" pitchFamily="18" charset="0"/>
                <a:cs typeface="Times New Roman" panose="02020603050405020304" pitchFamily="18" charset="0"/>
              </a:rPr>
              <a:t>Page login :</a:t>
            </a:r>
            <a:endParaRPr lang="fr-FR" sz="1600" b="1" u="sng" dirty="0">
              <a:solidFill>
                <a:srgbClr val="FF0000"/>
              </a:solidFill>
              <a:latin typeface="Times New Roman" panose="02020603050405020304" pitchFamily="18" charset="0"/>
              <a:cs typeface="Times New Roman" panose="02020603050405020304" pitchFamily="18" charset="0"/>
            </a:endParaRPr>
          </a:p>
        </p:txBody>
      </p:sp>
      <p:pic>
        <p:nvPicPr>
          <p:cNvPr id="2" name="Image 1" descr="Une image contenant texte, logiciel, capture d’écran&#10;&#10;Description générée automatiquement">
            <a:extLst>
              <a:ext uri="{FF2B5EF4-FFF2-40B4-BE49-F238E27FC236}">
                <a16:creationId xmlns:a16="http://schemas.microsoft.com/office/drawing/2014/main" id="{60CA21DA-177D-90E3-9EC8-6B927CB19DE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36752" y="4367998"/>
            <a:ext cx="4365816" cy="956056"/>
          </a:xfrm>
          <a:prstGeom prst="rect">
            <a:avLst/>
          </a:prstGeom>
        </p:spPr>
      </p:pic>
      <p:pic>
        <p:nvPicPr>
          <p:cNvPr id="4" name="Image 3" descr="Une image contenant texte, capture d’écran, conception&#10;&#10;Description générée automatiquement">
            <a:extLst>
              <a:ext uri="{FF2B5EF4-FFF2-40B4-BE49-F238E27FC236}">
                <a16:creationId xmlns:a16="http://schemas.microsoft.com/office/drawing/2014/main" id="{543649ED-8A3E-4395-C6EA-460E0A4B424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036752" y="5294027"/>
            <a:ext cx="4365816" cy="1441632"/>
          </a:xfrm>
          <a:prstGeom prst="rect">
            <a:avLst/>
          </a:prstGeom>
        </p:spPr>
      </p:pic>
      <p:sp>
        <p:nvSpPr>
          <p:cNvPr id="5" name="ZoneTexte 4">
            <a:extLst>
              <a:ext uri="{FF2B5EF4-FFF2-40B4-BE49-F238E27FC236}">
                <a16:creationId xmlns:a16="http://schemas.microsoft.com/office/drawing/2014/main" id="{E09C06AB-A903-D630-6C59-9BB7C6459B7D}"/>
              </a:ext>
            </a:extLst>
          </p:cNvPr>
          <p:cNvSpPr txBox="1"/>
          <p:nvPr/>
        </p:nvSpPr>
        <p:spPr>
          <a:xfrm>
            <a:off x="6882007" y="3955347"/>
            <a:ext cx="5814874" cy="338554"/>
          </a:xfrm>
          <a:prstGeom prst="rect">
            <a:avLst/>
          </a:prstGeom>
          <a:noFill/>
        </p:spPr>
        <p:txBody>
          <a:bodyPr wrap="square" rtlCol="0">
            <a:spAutoFit/>
          </a:bodyPr>
          <a:lstStyle/>
          <a:p>
            <a:r>
              <a:rPr lang="en-US" sz="1600" b="1" u="sng" dirty="0">
                <a:solidFill>
                  <a:srgbClr val="FF0000"/>
                </a:solidFill>
                <a:latin typeface="Times New Roman" panose="02020603050405020304" pitchFamily="18" charset="0"/>
                <a:cs typeface="Times New Roman" panose="02020603050405020304" pitchFamily="18" charset="0"/>
              </a:rPr>
              <a:t>Page sign up:</a:t>
            </a:r>
            <a:endParaRPr lang="fr-FR" sz="1600" b="1" u="sng"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40278911"/>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1000"/>
                                        <p:tgtEl>
                                          <p:spTgt spid="13"/>
                                        </p:tgtEl>
                                      </p:cBhvr>
                                    </p:animEffect>
                                    <p:anim calcmode="lin" valueType="num">
                                      <p:cBhvr>
                                        <p:cTn id="36" dur="1000" fill="hold"/>
                                        <p:tgtEl>
                                          <p:spTgt spid="13"/>
                                        </p:tgtEl>
                                        <p:attrNameLst>
                                          <p:attrName>ppt_x</p:attrName>
                                        </p:attrNameLst>
                                      </p:cBhvr>
                                      <p:tavLst>
                                        <p:tav tm="0">
                                          <p:val>
                                            <p:strVal val="#ppt_x"/>
                                          </p:val>
                                        </p:tav>
                                        <p:tav tm="100000">
                                          <p:val>
                                            <p:strVal val="#ppt_x"/>
                                          </p:val>
                                        </p:tav>
                                      </p:tavLst>
                                    </p:anim>
                                    <p:anim calcmode="lin" valueType="num">
                                      <p:cBhvr>
                                        <p:cTn id="3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1000"/>
                                        <p:tgtEl>
                                          <p:spTgt spid="7"/>
                                        </p:tgtEl>
                                      </p:cBhvr>
                                    </p:animEffect>
                                    <p:anim calcmode="lin" valueType="num">
                                      <p:cBhvr>
                                        <p:cTn id="43" dur="1000" fill="hold"/>
                                        <p:tgtEl>
                                          <p:spTgt spid="7"/>
                                        </p:tgtEl>
                                        <p:attrNameLst>
                                          <p:attrName>ppt_x</p:attrName>
                                        </p:attrNameLst>
                                      </p:cBhvr>
                                      <p:tavLst>
                                        <p:tav tm="0">
                                          <p:val>
                                            <p:strVal val="#ppt_x"/>
                                          </p:val>
                                        </p:tav>
                                        <p:tav tm="100000">
                                          <p:val>
                                            <p:strVal val="#ppt_x"/>
                                          </p:val>
                                        </p:tav>
                                      </p:tavLst>
                                    </p:anim>
                                    <p:anim calcmode="lin" valueType="num">
                                      <p:cBhvr>
                                        <p:cTn id="4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5"/>
                                        </p:tgtEl>
                                        <p:attrNameLst>
                                          <p:attrName>style.visibility</p:attrName>
                                        </p:attrNameLst>
                                      </p:cBhvr>
                                      <p:to>
                                        <p:strVal val="visible"/>
                                      </p:to>
                                    </p:set>
                                    <p:animEffect transition="in" filter="fade">
                                      <p:cBhvr>
                                        <p:cTn id="49" dur="1000"/>
                                        <p:tgtEl>
                                          <p:spTgt spid="5"/>
                                        </p:tgtEl>
                                      </p:cBhvr>
                                    </p:animEffect>
                                    <p:anim calcmode="lin" valueType="num">
                                      <p:cBhvr>
                                        <p:cTn id="50" dur="1000" fill="hold"/>
                                        <p:tgtEl>
                                          <p:spTgt spid="5"/>
                                        </p:tgtEl>
                                        <p:attrNameLst>
                                          <p:attrName>ppt_x</p:attrName>
                                        </p:attrNameLst>
                                      </p:cBhvr>
                                      <p:tavLst>
                                        <p:tav tm="0">
                                          <p:val>
                                            <p:strVal val="#ppt_x"/>
                                          </p:val>
                                        </p:tav>
                                        <p:tav tm="100000">
                                          <p:val>
                                            <p:strVal val="#ppt_x"/>
                                          </p:val>
                                        </p:tav>
                                      </p:tavLst>
                                    </p:anim>
                                    <p:anim calcmode="lin" valueType="num">
                                      <p:cBhvr>
                                        <p:cTn id="5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2"/>
                                        </p:tgtEl>
                                        <p:attrNameLst>
                                          <p:attrName>style.visibility</p:attrName>
                                        </p:attrNameLst>
                                      </p:cBhvr>
                                      <p:to>
                                        <p:strVal val="visible"/>
                                      </p:to>
                                    </p:set>
                                    <p:animEffect transition="in" filter="fade">
                                      <p:cBhvr>
                                        <p:cTn id="56" dur="1000"/>
                                        <p:tgtEl>
                                          <p:spTgt spid="2"/>
                                        </p:tgtEl>
                                      </p:cBhvr>
                                    </p:animEffect>
                                    <p:anim calcmode="lin" valueType="num">
                                      <p:cBhvr>
                                        <p:cTn id="57" dur="1000" fill="hold"/>
                                        <p:tgtEl>
                                          <p:spTgt spid="2"/>
                                        </p:tgtEl>
                                        <p:attrNameLst>
                                          <p:attrName>ppt_x</p:attrName>
                                        </p:attrNameLst>
                                      </p:cBhvr>
                                      <p:tavLst>
                                        <p:tav tm="0">
                                          <p:val>
                                            <p:strVal val="#ppt_x"/>
                                          </p:val>
                                        </p:tav>
                                        <p:tav tm="100000">
                                          <p:val>
                                            <p:strVal val="#ppt_x"/>
                                          </p:val>
                                        </p:tav>
                                      </p:tavLst>
                                    </p:anim>
                                    <p:anim calcmode="lin" valueType="num">
                                      <p:cBhvr>
                                        <p:cTn id="58" dur="1000" fill="hold"/>
                                        <p:tgtEl>
                                          <p:spTgt spid="2"/>
                                        </p:tgtEl>
                                        <p:attrNameLst>
                                          <p:attrName>ppt_y</p:attrName>
                                        </p:attrNameLst>
                                      </p:cBhvr>
                                      <p:tavLst>
                                        <p:tav tm="0">
                                          <p:val>
                                            <p:strVal val="#ppt_y+.1"/>
                                          </p:val>
                                        </p:tav>
                                        <p:tav tm="100000">
                                          <p:val>
                                            <p:strVal val="#ppt_y"/>
                                          </p:val>
                                        </p:tav>
                                      </p:tavLst>
                                    </p:anim>
                                  </p:childTnLst>
                                </p:cTn>
                              </p:par>
                              <p:par>
                                <p:cTn id="59" presetID="42" presetClass="entr" presetSubtype="0" fill="hold" nodeType="withEffect">
                                  <p:stCondLst>
                                    <p:cond delay="0"/>
                                  </p:stCondLst>
                                  <p:childTnLst>
                                    <p:set>
                                      <p:cBhvr>
                                        <p:cTn id="60" dur="1" fill="hold">
                                          <p:stCondLst>
                                            <p:cond delay="0"/>
                                          </p:stCondLst>
                                        </p:cTn>
                                        <p:tgtEl>
                                          <p:spTgt spid="4"/>
                                        </p:tgtEl>
                                        <p:attrNameLst>
                                          <p:attrName>style.visibility</p:attrName>
                                        </p:attrNameLst>
                                      </p:cBhvr>
                                      <p:to>
                                        <p:strVal val="visible"/>
                                      </p:to>
                                    </p:set>
                                    <p:animEffect transition="in" filter="fade">
                                      <p:cBhvr>
                                        <p:cTn id="61" dur="1000"/>
                                        <p:tgtEl>
                                          <p:spTgt spid="4"/>
                                        </p:tgtEl>
                                      </p:cBhvr>
                                    </p:animEffect>
                                    <p:anim calcmode="lin" valueType="num">
                                      <p:cBhvr>
                                        <p:cTn id="62" dur="1000" fill="hold"/>
                                        <p:tgtEl>
                                          <p:spTgt spid="4"/>
                                        </p:tgtEl>
                                        <p:attrNameLst>
                                          <p:attrName>ppt_x</p:attrName>
                                        </p:attrNameLst>
                                      </p:cBhvr>
                                      <p:tavLst>
                                        <p:tav tm="0">
                                          <p:val>
                                            <p:strVal val="#ppt_x"/>
                                          </p:val>
                                        </p:tav>
                                        <p:tav tm="100000">
                                          <p:val>
                                            <p:strVal val="#ppt_x"/>
                                          </p:val>
                                        </p:tav>
                                      </p:tavLst>
                                    </p:anim>
                                    <p:anim calcmode="lin" valueType="num">
                                      <p:cBhvr>
                                        <p:cTn id="6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3" grpId="0"/>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Une image contenant texte, logiciel, Page web, capture d’écran&#10;&#10;Description générée automatiquement">
            <a:extLst>
              <a:ext uri="{FF2B5EF4-FFF2-40B4-BE49-F238E27FC236}">
                <a16:creationId xmlns:a16="http://schemas.microsoft.com/office/drawing/2014/main" id="{8D5EFAF7-5374-368D-9966-C5A35271E1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279546"/>
            <a:ext cx="5578430" cy="4206854"/>
          </a:xfrm>
          <a:prstGeom prst="rect">
            <a:avLst/>
          </a:prstGeom>
        </p:spPr>
      </p:pic>
      <p:pic>
        <p:nvPicPr>
          <p:cNvPr id="5" name="Image 4" descr="Une image contenant texte, logiciel, Page web, Site web&#10;&#10;Description générée automatiquement">
            <a:extLst>
              <a:ext uri="{FF2B5EF4-FFF2-40B4-BE49-F238E27FC236}">
                <a16:creationId xmlns:a16="http://schemas.microsoft.com/office/drawing/2014/main" id="{602915FB-B68A-C096-A598-324FA0AA50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279546"/>
            <a:ext cx="5791200" cy="4107180"/>
          </a:xfrm>
          <a:prstGeom prst="rect">
            <a:avLst/>
          </a:prstGeom>
        </p:spPr>
      </p:pic>
      <p:sp>
        <p:nvSpPr>
          <p:cNvPr id="6" name="ZoneTexte 5">
            <a:extLst>
              <a:ext uri="{FF2B5EF4-FFF2-40B4-BE49-F238E27FC236}">
                <a16:creationId xmlns:a16="http://schemas.microsoft.com/office/drawing/2014/main" id="{4E3F9748-2F49-28C1-7996-1BF4DB58B8A0}"/>
              </a:ext>
            </a:extLst>
          </p:cNvPr>
          <p:cNvSpPr txBox="1"/>
          <p:nvPr/>
        </p:nvSpPr>
        <p:spPr>
          <a:xfrm>
            <a:off x="304800" y="763594"/>
            <a:ext cx="5912414" cy="338554"/>
          </a:xfrm>
          <a:prstGeom prst="rect">
            <a:avLst/>
          </a:prstGeom>
          <a:noFill/>
        </p:spPr>
        <p:txBody>
          <a:bodyPr wrap="square" rtlCol="0">
            <a:spAutoFit/>
          </a:bodyPr>
          <a:lstStyle/>
          <a:p>
            <a:r>
              <a:rPr lang="en-US" sz="1600" b="1" u="sng" dirty="0">
                <a:solidFill>
                  <a:srgbClr val="FF0000"/>
                </a:solidFill>
                <a:latin typeface="Times New Roman" panose="02020603050405020304" pitchFamily="18" charset="0"/>
                <a:cs typeface="Times New Roman" panose="02020603050405020304" pitchFamily="18" charset="0"/>
              </a:rPr>
              <a:t>Page de souhaits :</a:t>
            </a:r>
            <a:endParaRPr lang="fr-FR" sz="1600" b="1" u="sng" dirty="0">
              <a:solidFill>
                <a:srgbClr val="FF0000"/>
              </a:solidFill>
              <a:latin typeface="Times New Roman" panose="02020603050405020304" pitchFamily="18" charset="0"/>
              <a:cs typeface="Times New Roman" panose="02020603050405020304" pitchFamily="18" charset="0"/>
            </a:endParaRPr>
          </a:p>
        </p:txBody>
      </p:sp>
      <p:sp>
        <p:nvSpPr>
          <p:cNvPr id="7" name="ZoneTexte 6">
            <a:extLst>
              <a:ext uri="{FF2B5EF4-FFF2-40B4-BE49-F238E27FC236}">
                <a16:creationId xmlns:a16="http://schemas.microsoft.com/office/drawing/2014/main" id="{0C161293-942E-40D2-C637-CFB16A6497C2}"/>
              </a:ext>
            </a:extLst>
          </p:cNvPr>
          <p:cNvSpPr txBox="1"/>
          <p:nvPr/>
        </p:nvSpPr>
        <p:spPr>
          <a:xfrm>
            <a:off x="6096000" y="764529"/>
            <a:ext cx="5814874" cy="338554"/>
          </a:xfrm>
          <a:prstGeom prst="rect">
            <a:avLst/>
          </a:prstGeom>
          <a:noFill/>
        </p:spPr>
        <p:txBody>
          <a:bodyPr wrap="square" rtlCol="0">
            <a:spAutoFit/>
          </a:bodyPr>
          <a:lstStyle/>
          <a:p>
            <a:r>
              <a:rPr lang="en-US" sz="1600" b="1" u="sng" dirty="0">
                <a:solidFill>
                  <a:srgbClr val="FF0000"/>
                </a:solidFill>
                <a:latin typeface="Times New Roman" panose="02020603050405020304" pitchFamily="18" charset="0"/>
                <a:cs typeface="Times New Roman" panose="02020603050405020304" pitchFamily="18" charset="0"/>
              </a:rPr>
              <a:t>Page panier:</a:t>
            </a:r>
            <a:endParaRPr lang="fr-FR" sz="1600" b="1" u="sng"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8223166"/>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1000"/>
                                        <p:tgtEl>
                                          <p:spTgt spid="5"/>
                                        </p:tgtEl>
                                      </p:cBhvr>
                                    </p:animEffect>
                                    <p:anim calcmode="lin" valueType="num">
                                      <p:cBhvr>
                                        <p:cTn id="25" dur="1000" fill="hold"/>
                                        <p:tgtEl>
                                          <p:spTgt spid="5"/>
                                        </p:tgtEl>
                                        <p:attrNameLst>
                                          <p:attrName>ppt_x</p:attrName>
                                        </p:attrNameLst>
                                      </p:cBhvr>
                                      <p:tavLst>
                                        <p:tav tm="0">
                                          <p:val>
                                            <p:strVal val="#ppt_x"/>
                                          </p:val>
                                        </p:tav>
                                        <p:tav tm="100000">
                                          <p:val>
                                            <p:strVal val="#ppt_x"/>
                                          </p:val>
                                        </p:tav>
                                      </p:tavLst>
                                    </p:anim>
                                    <p:anim calcmode="lin" valueType="num">
                                      <p:cBhvr>
                                        <p:cTn id="2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descr="Une image contenant texte, ordinateur, ordinateur portable, capture d’écran&#10;&#10;Description générée automatiquement">
            <a:extLst>
              <a:ext uri="{FF2B5EF4-FFF2-40B4-BE49-F238E27FC236}">
                <a16:creationId xmlns:a16="http://schemas.microsoft.com/office/drawing/2014/main" id="{9D71169D-3BE8-29A0-3658-C42E1E034F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9767" y="1435509"/>
            <a:ext cx="4896465" cy="4326194"/>
          </a:xfrm>
          <a:prstGeom prst="rect">
            <a:avLst/>
          </a:prstGeom>
        </p:spPr>
      </p:pic>
      <p:sp>
        <p:nvSpPr>
          <p:cNvPr id="4" name="ZoneTexte 3">
            <a:extLst>
              <a:ext uri="{FF2B5EF4-FFF2-40B4-BE49-F238E27FC236}">
                <a16:creationId xmlns:a16="http://schemas.microsoft.com/office/drawing/2014/main" id="{C14EB5EC-72DC-6E86-156D-65B73E9ED55A}"/>
              </a:ext>
            </a:extLst>
          </p:cNvPr>
          <p:cNvSpPr txBox="1"/>
          <p:nvPr/>
        </p:nvSpPr>
        <p:spPr>
          <a:xfrm>
            <a:off x="599767" y="927020"/>
            <a:ext cx="5814874" cy="338554"/>
          </a:xfrm>
          <a:prstGeom prst="rect">
            <a:avLst/>
          </a:prstGeom>
          <a:noFill/>
        </p:spPr>
        <p:txBody>
          <a:bodyPr wrap="square" rtlCol="0">
            <a:spAutoFit/>
          </a:bodyPr>
          <a:lstStyle/>
          <a:p>
            <a:r>
              <a:rPr lang="en-US" sz="1600" b="1" u="sng" dirty="0">
                <a:solidFill>
                  <a:srgbClr val="FF0000"/>
                </a:solidFill>
                <a:latin typeface="Times New Roman" panose="02020603050405020304" pitchFamily="18" charset="0"/>
                <a:cs typeface="Times New Roman" panose="02020603050405020304" pitchFamily="18" charset="0"/>
              </a:rPr>
              <a:t>Page details </a:t>
            </a:r>
            <a:r>
              <a:rPr lang="en-US" sz="1600" b="1" u="sng" dirty="0" err="1">
                <a:solidFill>
                  <a:srgbClr val="FF0000"/>
                </a:solidFill>
                <a:latin typeface="Times New Roman" panose="02020603050405020304" pitchFamily="18" charset="0"/>
                <a:cs typeface="Times New Roman" panose="02020603050405020304" pitchFamily="18" charset="0"/>
              </a:rPr>
              <a:t>produit</a:t>
            </a:r>
            <a:r>
              <a:rPr lang="en-US" sz="1600" b="1" u="sng" dirty="0">
                <a:solidFill>
                  <a:srgbClr val="FF0000"/>
                </a:solidFill>
                <a:latin typeface="Times New Roman" panose="02020603050405020304" pitchFamily="18" charset="0"/>
                <a:cs typeface="Times New Roman" panose="02020603050405020304" pitchFamily="18" charset="0"/>
              </a:rPr>
              <a:t>:</a:t>
            </a:r>
            <a:endParaRPr lang="fr-FR" sz="1600" b="1" u="sng" dirty="0">
              <a:solidFill>
                <a:srgbClr val="FF0000"/>
              </a:solidFill>
              <a:latin typeface="Times New Roman" panose="02020603050405020304" pitchFamily="18" charset="0"/>
              <a:cs typeface="Times New Roman" panose="02020603050405020304" pitchFamily="18" charset="0"/>
            </a:endParaRPr>
          </a:p>
        </p:txBody>
      </p:sp>
      <p:pic>
        <p:nvPicPr>
          <p:cNvPr id="7" name="Image 6" descr="Une image contenant texte, capture d’écran, nombre, Police&#10;&#10;Description générée automatiquement">
            <a:extLst>
              <a:ext uri="{FF2B5EF4-FFF2-40B4-BE49-F238E27FC236}">
                <a16:creationId xmlns:a16="http://schemas.microsoft.com/office/drawing/2014/main" id="{5FF7447F-5647-31CE-6593-5061CA3B49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6717" y="1435509"/>
            <a:ext cx="4236852" cy="5217442"/>
          </a:xfrm>
          <a:prstGeom prst="rect">
            <a:avLst/>
          </a:prstGeom>
        </p:spPr>
      </p:pic>
      <p:sp>
        <p:nvSpPr>
          <p:cNvPr id="8" name="ZoneTexte 7">
            <a:extLst>
              <a:ext uri="{FF2B5EF4-FFF2-40B4-BE49-F238E27FC236}">
                <a16:creationId xmlns:a16="http://schemas.microsoft.com/office/drawing/2014/main" id="{C85D5C87-88D9-7336-064C-D2D359BB593E}"/>
              </a:ext>
            </a:extLst>
          </p:cNvPr>
          <p:cNvSpPr txBox="1"/>
          <p:nvPr/>
        </p:nvSpPr>
        <p:spPr>
          <a:xfrm>
            <a:off x="5856717" y="927020"/>
            <a:ext cx="5814874" cy="338554"/>
          </a:xfrm>
          <a:prstGeom prst="rect">
            <a:avLst/>
          </a:prstGeom>
          <a:noFill/>
        </p:spPr>
        <p:txBody>
          <a:bodyPr wrap="square" rtlCol="0">
            <a:spAutoFit/>
          </a:bodyPr>
          <a:lstStyle/>
          <a:p>
            <a:r>
              <a:rPr lang="en-US" sz="1600" b="1" u="sng" dirty="0">
                <a:solidFill>
                  <a:srgbClr val="FF0000"/>
                </a:solidFill>
                <a:latin typeface="Times New Roman" panose="02020603050405020304" pitchFamily="18" charset="0"/>
                <a:cs typeface="Times New Roman" panose="02020603050405020304" pitchFamily="18" charset="0"/>
              </a:rPr>
              <a:t>Page de </a:t>
            </a:r>
            <a:r>
              <a:rPr lang="en-US" sz="1600" b="1" u="sng" dirty="0" err="1">
                <a:solidFill>
                  <a:srgbClr val="FF0000"/>
                </a:solidFill>
                <a:latin typeface="Times New Roman" panose="02020603050405020304" pitchFamily="18" charset="0"/>
                <a:cs typeface="Times New Roman" panose="02020603050405020304" pitchFamily="18" charset="0"/>
              </a:rPr>
              <a:t>paiement</a:t>
            </a:r>
            <a:r>
              <a:rPr lang="en-US" sz="1600" b="1" u="sng" dirty="0">
                <a:solidFill>
                  <a:srgbClr val="FF0000"/>
                </a:solidFill>
                <a:latin typeface="Times New Roman" panose="02020603050405020304" pitchFamily="18" charset="0"/>
                <a:cs typeface="Times New Roman" panose="02020603050405020304" pitchFamily="18" charset="0"/>
              </a:rPr>
              <a:t>:</a:t>
            </a:r>
            <a:endParaRPr lang="fr-FR" sz="1600" b="1" u="sng"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9102861"/>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1000"/>
                                        <p:tgtEl>
                                          <p:spTgt spid="7"/>
                                        </p:tgtEl>
                                      </p:cBhvr>
                                    </p:animEffect>
                                    <p:anim calcmode="lin" valueType="num">
                                      <p:cBhvr>
                                        <p:cTn id="25" dur="1000" fill="hold"/>
                                        <p:tgtEl>
                                          <p:spTgt spid="7"/>
                                        </p:tgtEl>
                                        <p:attrNameLst>
                                          <p:attrName>ppt_x</p:attrName>
                                        </p:attrNameLst>
                                      </p:cBhvr>
                                      <p:tavLst>
                                        <p:tav tm="0">
                                          <p:val>
                                            <p:strVal val="#ppt_x"/>
                                          </p:val>
                                        </p:tav>
                                        <p:tav tm="100000">
                                          <p:val>
                                            <p:strVal val="#ppt_x"/>
                                          </p:val>
                                        </p:tav>
                                      </p:tavLst>
                                    </p:anim>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descr="Une image contenant texte, capture d’écran, logiciel, Logiciel multimédia&#10;&#10;Description générée automatiquement">
            <a:extLst>
              <a:ext uri="{FF2B5EF4-FFF2-40B4-BE49-F238E27FC236}">
                <a16:creationId xmlns:a16="http://schemas.microsoft.com/office/drawing/2014/main" id="{A464E47B-6060-A81C-990D-A601F674D4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3290" y="1679718"/>
            <a:ext cx="5702710" cy="3098759"/>
          </a:xfrm>
          <a:prstGeom prst="rect">
            <a:avLst/>
          </a:prstGeom>
        </p:spPr>
      </p:pic>
      <p:pic>
        <p:nvPicPr>
          <p:cNvPr id="7" name="Image 6" descr="Une image contenant texte, logiciel, capture d’écran, Icône d’ordinateur&#10;&#10;Description générée automatiquement">
            <a:extLst>
              <a:ext uri="{FF2B5EF4-FFF2-40B4-BE49-F238E27FC236}">
                <a16:creationId xmlns:a16="http://schemas.microsoft.com/office/drawing/2014/main" id="{4517A8F8-7AC6-8E22-484C-49C1464443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10631" y="1679718"/>
            <a:ext cx="5211097" cy="3098759"/>
          </a:xfrm>
          <a:prstGeom prst="rect">
            <a:avLst/>
          </a:prstGeom>
        </p:spPr>
      </p:pic>
      <p:sp>
        <p:nvSpPr>
          <p:cNvPr id="8" name="ZoneTexte 7">
            <a:extLst>
              <a:ext uri="{FF2B5EF4-FFF2-40B4-BE49-F238E27FC236}">
                <a16:creationId xmlns:a16="http://schemas.microsoft.com/office/drawing/2014/main" id="{936DC8A6-3DD0-2BC1-D4F0-3C0F45C8F474}"/>
              </a:ext>
            </a:extLst>
          </p:cNvPr>
          <p:cNvSpPr txBox="1"/>
          <p:nvPr/>
        </p:nvSpPr>
        <p:spPr>
          <a:xfrm>
            <a:off x="5171767" y="0"/>
            <a:ext cx="5814874" cy="338554"/>
          </a:xfrm>
          <a:prstGeom prst="rect">
            <a:avLst/>
          </a:prstGeom>
          <a:noFill/>
        </p:spPr>
        <p:txBody>
          <a:bodyPr wrap="square" rtlCol="0">
            <a:spAutoFit/>
          </a:bodyPr>
          <a:lstStyle/>
          <a:p>
            <a:r>
              <a:rPr lang="en-US" sz="1600" b="1" u="sng" dirty="0">
                <a:solidFill>
                  <a:srgbClr val="FF0000"/>
                </a:solidFill>
                <a:latin typeface="Times New Roman" panose="02020603050405020304" pitchFamily="18" charset="0"/>
                <a:cs typeface="Times New Roman" panose="02020603050405020304" pitchFamily="18" charset="0"/>
              </a:rPr>
              <a:t>Page Admin:</a:t>
            </a:r>
            <a:endParaRPr lang="fr-FR" sz="1600" b="1" u="sng" dirty="0">
              <a:solidFill>
                <a:srgbClr val="FF0000"/>
              </a:solidFill>
              <a:latin typeface="Times New Roman" panose="02020603050405020304" pitchFamily="18" charset="0"/>
              <a:cs typeface="Times New Roman" panose="02020603050405020304" pitchFamily="18" charset="0"/>
            </a:endParaRPr>
          </a:p>
        </p:txBody>
      </p:sp>
      <p:sp>
        <p:nvSpPr>
          <p:cNvPr id="9" name="ZoneTexte 8">
            <a:extLst>
              <a:ext uri="{FF2B5EF4-FFF2-40B4-BE49-F238E27FC236}">
                <a16:creationId xmlns:a16="http://schemas.microsoft.com/office/drawing/2014/main" id="{B799D700-9BDE-1E87-D06A-A332C9C0387C}"/>
              </a:ext>
            </a:extLst>
          </p:cNvPr>
          <p:cNvSpPr txBox="1"/>
          <p:nvPr/>
        </p:nvSpPr>
        <p:spPr>
          <a:xfrm>
            <a:off x="771831" y="1115962"/>
            <a:ext cx="5814874" cy="338554"/>
          </a:xfrm>
          <a:prstGeom prst="rect">
            <a:avLst/>
          </a:prstGeom>
          <a:noFill/>
        </p:spPr>
        <p:txBody>
          <a:bodyPr wrap="square" rtlCol="0">
            <a:spAutoFit/>
          </a:bodyPr>
          <a:lstStyle/>
          <a:p>
            <a:r>
              <a:rPr lang="en-US" sz="1600" b="1" u="sng" dirty="0">
                <a:solidFill>
                  <a:srgbClr val="00B050"/>
                </a:solidFill>
                <a:latin typeface="Times New Roman" panose="02020603050405020304" pitchFamily="18" charset="0"/>
                <a:cs typeface="Times New Roman" panose="02020603050405020304" pitchFamily="18" charset="0"/>
              </a:rPr>
              <a:t>Page Categories:</a:t>
            </a:r>
            <a:endParaRPr lang="fr-FR" sz="1600" b="1" u="sng" dirty="0">
              <a:solidFill>
                <a:srgbClr val="00B050"/>
              </a:solidFill>
              <a:latin typeface="Times New Roman" panose="02020603050405020304" pitchFamily="18" charset="0"/>
              <a:cs typeface="Times New Roman" panose="02020603050405020304" pitchFamily="18" charset="0"/>
            </a:endParaRPr>
          </a:p>
        </p:txBody>
      </p:sp>
      <p:sp>
        <p:nvSpPr>
          <p:cNvPr id="10" name="ZoneTexte 9">
            <a:extLst>
              <a:ext uri="{FF2B5EF4-FFF2-40B4-BE49-F238E27FC236}">
                <a16:creationId xmlns:a16="http://schemas.microsoft.com/office/drawing/2014/main" id="{DD9A32A9-EF71-743E-EC25-C5D3F416D361}"/>
              </a:ext>
            </a:extLst>
          </p:cNvPr>
          <p:cNvSpPr txBox="1"/>
          <p:nvPr/>
        </p:nvSpPr>
        <p:spPr>
          <a:xfrm>
            <a:off x="6410631" y="1117621"/>
            <a:ext cx="5814874" cy="338554"/>
          </a:xfrm>
          <a:prstGeom prst="rect">
            <a:avLst/>
          </a:prstGeom>
          <a:noFill/>
        </p:spPr>
        <p:txBody>
          <a:bodyPr wrap="square" rtlCol="0">
            <a:spAutoFit/>
          </a:bodyPr>
          <a:lstStyle/>
          <a:p>
            <a:r>
              <a:rPr lang="en-US" sz="1600" b="1" u="sng" dirty="0">
                <a:solidFill>
                  <a:srgbClr val="00B050"/>
                </a:solidFill>
                <a:latin typeface="Times New Roman" panose="02020603050405020304" pitchFamily="18" charset="0"/>
                <a:cs typeface="Times New Roman" panose="02020603050405020304" pitchFamily="18" charset="0"/>
              </a:rPr>
              <a:t>Page Add </a:t>
            </a:r>
            <a:r>
              <a:rPr lang="en-US" sz="1600" b="1" u="sng" dirty="0" err="1">
                <a:solidFill>
                  <a:srgbClr val="00B050"/>
                </a:solidFill>
                <a:latin typeface="Times New Roman" panose="02020603050405020304" pitchFamily="18" charset="0"/>
                <a:cs typeface="Times New Roman" panose="02020603050405020304" pitchFamily="18" charset="0"/>
              </a:rPr>
              <a:t>produit</a:t>
            </a:r>
            <a:r>
              <a:rPr lang="en-US" sz="1600" b="1" u="sng" dirty="0">
                <a:solidFill>
                  <a:srgbClr val="00B050"/>
                </a:solidFill>
                <a:latin typeface="Times New Roman" panose="02020603050405020304" pitchFamily="18" charset="0"/>
                <a:cs typeface="Times New Roman" panose="02020603050405020304" pitchFamily="18" charset="0"/>
              </a:rPr>
              <a:t>:</a:t>
            </a:r>
            <a:endParaRPr lang="fr-FR" sz="1600" b="1" u="sng"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5451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750"/>
                                        <p:tgtEl>
                                          <p:spTgt spid="8"/>
                                        </p:tgtEl>
                                      </p:cBhvr>
                                    </p:animEffect>
                                    <p:anim calcmode="lin" valueType="num">
                                      <p:cBhvr>
                                        <p:cTn id="8" dur="750" fill="hold"/>
                                        <p:tgtEl>
                                          <p:spTgt spid="8"/>
                                        </p:tgtEl>
                                        <p:attrNameLst>
                                          <p:attrName>ppt_x</p:attrName>
                                        </p:attrNameLst>
                                      </p:cBhvr>
                                      <p:tavLst>
                                        <p:tav tm="0">
                                          <p:val>
                                            <p:strVal val="#ppt_x"/>
                                          </p:val>
                                        </p:tav>
                                        <p:tav tm="100000">
                                          <p:val>
                                            <p:strVal val="#ppt_x"/>
                                          </p:val>
                                        </p:tav>
                                      </p:tavLst>
                                    </p:anim>
                                    <p:anim calcmode="lin" valueType="num">
                                      <p:cBhvr>
                                        <p:cTn id="9" dur="75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1000"/>
                                        <p:tgtEl>
                                          <p:spTgt spid="10"/>
                                        </p:tgtEl>
                                      </p:cBhvr>
                                    </p:animEffect>
                                    <p:anim calcmode="lin" valueType="num">
                                      <p:cBhvr>
                                        <p:cTn id="27" dur="1000" fill="hold"/>
                                        <p:tgtEl>
                                          <p:spTgt spid="10"/>
                                        </p:tgtEl>
                                        <p:attrNameLst>
                                          <p:attrName>ppt_x</p:attrName>
                                        </p:attrNameLst>
                                      </p:cBhvr>
                                      <p:tavLst>
                                        <p:tav tm="0">
                                          <p:val>
                                            <p:strVal val="#ppt_x"/>
                                          </p:val>
                                        </p:tav>
                                        <p:tav tm="100000">
                                          <p:val>
                                            <p:strVal val="#ppt_x"/>
                                          </p:val>
                                        </p:tav>
                                      </p:tavLst>
                                    </p:anim>
                                    <p:anim calcmode="lin" valueType="num">
                                      <p:cBhvr>
                                        <p:cTn id="28" dur="1000" fill="hold"/>
                                        <p:tgtEl>
                                          <p:spTgt spid="10"/>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1000"/>
                                        <p:tgtEl>
                                          <p:spTgt spid="7"/>
                                        </p:tgtEl>
                                      </p:cBhvr>
                                    </p:animEffect>
                                    <p:anim calcmode="lin" valueType="num">
                                      <p:cBhvr>
                                        <p:cTn id="32" dur="1000" fill="hold"/>
                                        <p:tgtEl>
                                          <p:spTgt spid="7"/>
                                        </p:tgtEl>
                                        <p:attrNameLst>
                                          <p:attrName>ppt_x</p:attrName>
                                        </p:attrNameLst>
                                      </p:cBhvr>
                                      <p:tavLst>
                                        <p:tav tm="0">
                                          <p:val>
                                            <p:strVal val="#ppt_x"/>
                                          </p:val>
                                        </p:tav>
                                        <p:tav tm="100000">
                                          <p:val>
                                            <p:strVal val="#ppt_x"/>
                                          </p:val>
                                        </p:tav>
                                      </p:tavLst>
                                    </p:anim>
                                    <p:anim calcmode="lin" valueType="num">
                                      <p:cBhvr>
                                        <p:cTn id="3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descr="Une image contenant texte, logiciel, capture d’écran&#10;&#10;Description générée automatiquement">
            <a:extLst>
              <a:ext uri="{FF2B5EF4-FFF2-40B4-BE49-F238E27FC236}">
                <a16:creationId xmlns:a16="http://schemas.microsoft.com/office/drawing/2014/main" id="{95C5D9F3-3293-A78F-D420-6EF5F17CEB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599" y="1612490"/>
            <a:ext cx="5486401" cy="3208020"/>
          </a:xfrm>
          <a:prstGeom prst="rect">
            <a:avLst/>
          </a:prstGeom>
        </p:spPr>
      </p:pic>
      <p:pic>
        <p:nvPicPr>
          <p:cNvPr id="7" name="Image 6" descr="Une image contenant texte, capture d’écran, logiciel&#10;&#10;Description générée automatiquement">
            <a:extLst>
              <a:ext uri="{FF2B5EF4-FFF2-40B4-BE49-F238E27FC236}">
                <a16:creationId xmlns:a16="http://schemas.microsoft.com/office/drawing/2014/main" id="{D5C10F5B-63C8-3C7F-C9BF-D810C84388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64826" y="1612490"/>
            <a:ext cx="5879690" cy="3208020"/>
          </a:xfrm>
          <a:prstGeom prst="rect">
            <a:avLst/>
          </a:prstGeom>
        </p:spPr>
      </p:pic>
      <p:sp>
        <p:nvSpPr>
          <p:cNvPr id="8" name="ZoneTexte 7">
            <a:extLst>
              <a:ext uri="{FF2B5EF4-FFF2-40B4-BE49-F238E27FC236}">
                <a16:creationId xmlns:a16="http://schemas.microsoft.com/office/drawing/2014/main" id="{790F4474-D33C-01C7-9EB7-0AD327837F84}"/>
              </a:ext>
            </a:extLst>
          </p:cNvPr>
          <p:cNvSpPr txBox="1"/>
          <p:nvPr/>
        </p:nvSpPr>
        <p:spPr>
          <a:xfrm>
            <a:off x="771831" y="1115962"/>
            <a:ext cx="5814874" cy="338554"/>
          </a:xfrm>
          <a:prstGeom prst="rect">
            <a:avLst/>
          </a:prstGeom>
          <a:noFill/>
        </p:spPr>
        <p:txBody>
          <a:bodyPr wrap="square" rtlCol="0">
            <a:spAutoFit/>
          </a:bodyPr>
          <a:lstStyle/>
          <a:p>
            <a:r>
              <a:rPr lang="en-US" sz="1600" b="1" u="sng" dirty="0">
                <a:solidFill>
                  <a:srgbClr val="00B050"/>
                </a:solidFill>
                <a:latin typeface="Times New Roman" panose="02020603050405020304" pitchFamily="18" charset="0"/>
                <a:cs typeface="Times New Roman" panose="02020603050405020304" pitchFamily="18" charset="0"/>
              </a:rPr>
              <a:t>Page Show </a:t>
            </a:r>
            <a:r>
              <a:rPr lang="en-US" sz="1600" b="1" u="sng" dirty="0" err="1">
                <a:solidFill>
                  <a:srgbClr val="00B050"/>
                </a:solidFill>
                <a:latin typeface="Times New Roman" panose="02020603050405020304" pitchFamily="18" charset="0"/>
                <a:cs typeface="Times New Roman" panose="02020603050405020304" pitchFamily="18" charset="0"/>
              </a:rPr>
              <a:t>produits</a:t>
            </a:r>
            <a:r>
              <a:rPr lang="en-US" sz="1600" b="1" u="sng" dirty="0">
                <a:solidFill>
                  <a:srgbClr val="00B050"/>
                </a:solidFill>
                <a:latin typeface="Times New Roman" panose="02020603050405020304" pitchFamily="18" charset="0"/>
                <a:cs typeface="Times New Roman" panose="02020603050405020304" pitchFamily="18" charset="0"/>
              </a:rPr>
              <a:t>:</a:t>
            </a:r>
            <a:endParaRPr lang="fr-FR" sz="1600" b="1" u="sng" dirty="0">
              <a:solidFill>
                <a:srgbClr val="00B050"/>
              </a:solidFill>
              <a:latin typeface="Times New Roman" panose="02020603050405020304" pitchFamily="18" charset="0"/>
              <a:cs typeface="Times New Roman" panose="02020603050405020304" pitchFamily="18" charset="0"/>
            </a:endParaRPr>
          </a:p>
        </p:txBody>
      </p:sp>
      <p:sp>
        <p:nvSpPr>
          <p:cNvPr id="9" name="ZoneTexte 8">
            <a:extLst>
              <a:ext uri="{FF2B5EF4-FFF2-40B4-BE49-F238E27FC236}">
                <a16:creationId xmlns:a16="http://schemas.microsoft.com/office/drawing/2014/main" id="{187BF4A0-8BFC-49C6-BF04-F0A02271B642}"/>
              </a:ext>
            </a:extLst>
          </p:cNvPr>
          <p:cNvSpPr txBox="1"/>
          <p:nvPr/>
        </p:nvSpPr>
        <p:spPr>
          <a:xfrm>
            <a:off x="6229642" y="1115962"/>
            <a:ext cx="5814874" cy="338554"/>
          </a:xfrm>
          <a:prstGeom prst="rect">
            <a:avLst/>
          </a:prstGeom>
          <a:noFill/>
        </p:spPr>
        <p:txBody>
          <a:bodyPr wrap="square" rtlCol="0">
            <a:spAutoFit/>
          </a:bodyPr>
          <a:lstStyle/>
          <a:p>
            <a:r>
              <a:rPr lang="en-US" sz="1600" b="1" u="sng" dirty="0">
                <a:solidFill>
                  <a:srgbClr val="00B050"/>
                </a:solidFill>
                <a:latin typeface="Times New Roman" panose="02020603050405020304" pitchFamily="18" charset="0"/>
                <a:cs typeface="Times New Roman" panose="02020603050405020304" pitchFamily="18" charset="0"/>
              </a:rPr>
              <a:t>Page </a:t>
            </a:r>
            <a:r>
              <a:rPr lang="en-US" sz="1600" b="1" u="sng" dirty="0" err="1">
                <a:solidFill>
                  <a:srgbClr val="00B050"/>
                </a:solidFill>
                <a:latin typeface="Times New Roman" panose="02020603050405020304" pitchFamily="18" charset="0"/>
                <a:cs typeface="Times New Roman" panose="02020603050405020304" pitchFamily="18" charset="0"/>
              </a:rPr>
              <a:t>gerer</a:t>
            </a:r>
            <a:r>
              <a:rPr lang="en-US" sz="1600" b="1" u="sng" dirty="0">
                <a:solidFill>
                  <a:srgbClr val="00B050"/>
                </a:solidFill>
                <a:latin typeface="Times New Roman" panose="02020603050405020304" pitchFamily="18" charset="0"/>
                <a:cs typeface="Times New Roman" panose="02020603050405020304" pitchFamily="18" charset="0"/>
              </a:rPr>
              <a:t> les </a:t>
            </a:r>
            <a:r>
              <a:rPr lang="en-US" sz="1600" b="1" u="sng" dirty="0" err="1">
                <a:solidFill>
                  <a:srgbClr val="00B050"/>
                </a:solidFill>
                <a:latin typeface="Times New Roman" panose="02020603050405020304" pitchFamily="18" charset="0"/>
                <a:cs typeface="Times New Roman" panose="02020603050405020304" pitchFamily="18" charset="0"/>
              </a:rPr>
              <a:t>comptes</a:t>
            </a:r>
            <a:r>
              <a:rPr lang="en-US" sz="1600" b="1" u="sng" dirty="0">
                <a:solidFill>
                  <a:srgbClr val="00B050"/>
                </a:solidFill>
                <a:latin typeface="Times New Roman" panose="02020603050405020304" pitchFamily="18" charset="0"/>
                <a:cs typeface="Times New Roman" panose="02020603050405020304" pitchFamily="18" charset="0"/>
              </a:rPr>
              <a:t> des </a:t>
            </a:r>
            <a:r>
              <a:rPr lang="en-US" sz="1600" b="1" u="sng" dirty="0" err="1">
                <a:solidFill>
                  <a:srgbClr val="00B050"/>
                </a:solidFill>
                <a:latin typeface="Times New Roman" panose="02020603050405020304" pitchFamily="18" charset="0"/>
                <a:cs typeface="Times New Roman" panose="02020603050405020304" pitchFamily="18" charset="0"/>
              </a:rPr>
              <a:t>utilisateurs</a:t>
            </a:r>
            <a:r>
              <a:rPr lang="en-US" sz="1600" b="1" u="sng" dirty="0">
                <a:solidFill>
                  <a:srgbClr val="00B050"/>
                </a:solidFill>
                <a:latin typeface="Times New Roman" panose="02020603050405020304" pitchFamily="18" charset="0"/>
                <a:cs typeface="Times New Roman" panose="02020603050405020304" pitchFamily="18" charset="0"/>
              </a:rPr>
              <a:t>:</a:t>
            </a:r>
            <a:endParaRPr lang="fr-FR" sz="1600" b="1" u="sng"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5486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1000"/>
                                        <p:tgtEl>
                                          <p:spTgt spid="7"/>
                                        </p:tgtEl>
                                      </p:cBhvr>
                                    </p:animEffect>
                                    <p:anim calcmode="lin" valueType="num">
                                      <p:cBhvr>
                                        <p:cTn id="25" dur="1000" fill="hold"/>
                                        <p:tgtEl>
                                          <p:spTgt spid="7"/>
                                        </p:tgtEl>
                                        <p:attrNameLst>
                                          <p:attrName>ppt_x</p:attrName>
                                        </p:attrNameLst>
                                      </p:cBhvr>
                                      <p:tavLst>
                                        <p:tav tm="0">
                                          <p:val>
                                            <p:strVal val="#ppt_x"/>
                                          </p:val>
                                        </p:tav>
                                        <p:tav tm="100000">
                                          <p:val>
                                            <p:strVal val="#ppt_x"/>
                                          </p:val>
                                        </p:tav>
                                      </p:tavLst>
                                    </p:anim>
                                    <p:anim calcmode="lin" valueType="num">
                                      <p:cBhvr>
                                        <p:cTn id="2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74BF634F-2541-A70B-99CA-AD23F114CB1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30146" y="1607706"/>
            <a:ext cx="6634623" cy="4123690"/>
          </a:xfrm>
          <a:prstGeom prst="rect">
            <a:avLst/>
          </a:prstGeom>
        </p:spPr>
      </p:pic>
      <p:sp>
        <p:nvSpPr>
          <p:cNvPr id="5" name="ZoneTexte 4">
            <a:extLst>
              <a:ext uri="{FF2B5EF4-FFF2-40B4-BE49-F238E27FC236}">
                <a16:creationId xmlns:a16="http://schemas.microsoft.com/office/drawing/2014/main" id="{7762C4AB-2882-182E-FA62-CB03C18EFE94}"/>
              </a:ext>
            </a:extLst>
          </p:cNvPr>
          <p:cNvSpPr txBox="1"/>
          <p:nvPr/>
        </p:nvSpPr>
        <p:spPr>
          <a:xfrm>
            <a:off x="1128985" y="1010081"/>
            <a:ext cx="4643022" cy="338554"/>
          </a:xfrm>
          <a:prstGeom prst="rect">
            <a:avLst/>
          </a:prstGeom>
          <a:noFill/>
        </p:spPr>
        <p:txBody>
          <a:bodyPr wrap="square" rtlCol="0">
            <a:spAutoFit/>
          </a:bodyPr>
          <a:lstStyle/>
          <a:p>
            <a:r>
              <a:rPr lang="fr-FR" sz="1600" b="1" u="sng" dirty="0">
                <a:solidFill>
                  <a:srgbClr val="FF0000"/>
                </a:solidFill>
                <a:latin typeface="Times New Roman" panose="02020603050405020304" pitchFamily="18" charset="0"/>
                <a:cs typeface="Times New Roman" panose="02020603050405020304" pitchFamily="18" charset="0"/>
              </a:rPr>
              <a:t>La page d'erreur :</a:t>
            </a:r>
          </a:p>
        </p:txBody>
      </p:sp>
    </p:spTree>
    <p:extLst>
      <p:ext uri="{BB962C8B-B14F-4D97-AF65-F5344CB8AC3E}">
        <p14:creationId xmlns:p14="http://schemas.microsoft.com/office/powerpoint/2010/main" val="3399285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e 3">
            <a:extLst>
              <a:ext uri="{FF2B5EF4-FFF2-40B4-BE49-F238E27FC236}">
                <a16:creationId xmlns:a16="http://schemas.microsoft.com/office/drawing/2014/main" id="{46499FBA-EEB5-C230-8C87-62DDEC0B0C1F}"/>
              </a:ext>
            </a:extLst>
          </p:cNvPr>
          <p:cNvGrpSpPr/>
          <p:nvPr/>
        </p:nvGrpSpPr>
        <p:grpSpPr>
          <a:xfrm>
            <a:off x="4344109" y="137539"/>
            <a:ext cx="9001957" cy="400109"/>
            <a:chOff x="5095196" y="338721"/>
            <a:chExt cx="3560531" cy="199962"/>
          </a:xfrm>
        </p:grpSpPr>
        <p:sp>
          <p:nvSpPr>
            <p:cNvPr id="5" name="ZoneTexte 4">
              <a:extLst>
                <a:ext uri="{FF2B5EF4-FFF2-40B4-BE49-F238E27FC236}">
                  <a16:creationId xmlns:a16="http://schemas.microsoft.com/office/drawing/2014/main" id="{10670052-C7C6-4FF9-00C0-10AB967D753E}"/>
                </a:ext>
              </a:extLst>
            </p:cNvPr>
            <p:cNvSpPr txBox="1"/>
            <p:nvPr/>
          </p:nvSpPr>
          <p:spPr>
            <a:xfrm>
              <a:off x="5095196" y="338721"/>
              <a:ext cx="3560531" cy="199962"/>
            </a:xfrm>
            <a:prstGeom prst="rect">
              <a:avLst/>
            </a:prstGeom>
            <a:noFill/>
          </p:spPr>
          <p:txBody>
            <a:bodyPr wrap="square" rtlCol="0" anchor="ctr">
              <a:spAutoFit/>
            </a:bodyPr>
            <a:lstStyle/>
            <a:p>
              <a:r>
                <a:rPr lang="fr-FR" sz="2000" b="1" i="1" dirty="0">
                  <a:solidFill>
                    <a:srgbClr val="002060"/>
                  </a:solidFill>
                  <a:latin typeface="Times New Roman" panose="02020603050405020304" pitchFamily="18" charset="0"/>
                  <a:cs typeface="Times New Roman" panose="02020603050405020304" pitchFamily="18" charset="0"/>
                </a:rPr>
                <a:t>CONCLUSION</a:t>
              </a:r>
            </a:p>
          </p:txBody>
        </p:sp>
        <p:cxnSp>
          <p:nvCxnSpPr>
            <p:cNvPr id="6" name="Connecteur droit 5">
              <a:extLst>
                <a:ext uri="{FF2B5EF4-FFF2-40B4-BE49-F238E27FC236}">
                  <a16:creationId xmlns:a16="http://schemas.microsoft.com/office/drawing/2014/main" id="{A23BFEB0-B4FF-6F67-5047-F4CB9A62CBC0}"/>
                </a:ext>
              </a:extLst>
            </p:cNvPr>
            <p:cNvCxnSpPr>
              <a:cxnSpLocks/>
            </p:cNvCxnSpPr>
            <p:nvPr/>
          </p:nvCxnSpPr>
          <p:spPr>
            <a:xfrm>
              <a:off x="5095196" y="538683"/>
              <a:ext cx="701116" cy="0"/>
            </a:xfrm>
            <a:prstGeom prst="line">
              <a:avLst/>
            </a:prstGeom>
          </p:spPr>
          <p:style>
            <a:lnRef idx="1">
              <a:schemeClr val="accent6"/>
            </a:lnRef>
            <a:fillRef idx="0">
              <a:schemeClr val="accent6"/>
            </a:fillRef>
            <a:effectRef idx="0">
              <a:schemeClr val="accent6"/>
            </a:effectRef>
            <a:fontRef idx="minor">
              <a:schemeClr val="tx1"/>
            </a:fontRef>
          </p:style>
        </p:cxnSp>
      </p:grpSp>
      <p:sp>
        <p:nvSpPr>
          <p:cNvPr id="7" name="ZoneTexte 6">
            <a:extLst>
              <a:ext uri="{FF2B5EF4-FFF2-40B4-BE49-F238E27FC236}">
                <a16:creationId xmlns:a16="http://schemas.microsoft.com/office/drawing/2014/main" id="{8E9B6E5F-5019-11C6-38D4-A010528EB1AF}"/>
              </a:ext>
            </a:extLst>
          </p:cNvPr>
          <p:cNvSpPr txBox="1"/>
          <p:nvPr/>
        </p:nvSpPr>
        <p:spPr>
          <a:xfrm>
            <a:off x="1464816" y="2257471"/>
            <a:ext cx="7371393" cy="2308324"/>
          </a:xfrm>
          <a:prstGeom prst="rect">
            <a:avLst/>
          </a:prstGeom>
          <a:noFill/>
        </p:spPr>
        <p:txBody>
          <a:bodyPr wrap="square">
            <a:spAutoFit/>
          </a:bodyPr>
          <a:lstStyle/>
          <a:p>
            <a:r>
              <a:rPr lang="fr-FR" sz="1600" b="0" i="0" dirty="0">
                <a:solidFill>
                  <a:srgbClr val="374151"/>
                </a:solidFill>
                <a:effectLst/>
                <a:latin typeface="Times New Roman" panose="02020603050405020304" pitchFamily="18" charset="0"/>
                <a:cs typeface="Times New Roman" panose="02020603050405020304" pitchFamily="18" charset="0"/>
              </a:rPr>
              <a:t>En conclusion, notre projet de création et développement d'un site e-commerce visait à atteindre des objectifs commerciaux précis. Tout au long du processus, nous avons été confrontés à des défis que nous avons gérés grâce à une approche agile et à l'utilisation d'outils adaptés, et nous avons réussi à surmonter ces obstacles et à développer un site e-commerce compétitif. Pour l'avenir, nous prévoyons d'améliorer les performances, l'expérience utilisateur et de rester à jour avec les nouvelles tendances du marché. En résumé, ce projet nous a permis de tirer des enseignements précieux et de créer un site e-commerce qui répond aux besoins de nos clients et contribue à la croissance de notre activité en ligne.</a:t>
            </a:r>
            <a:endParaRPr lang="fr-FR" sz="1600" dirty="0">
              <a:latin typeface="Times New Roman" panose="02020603050405020304" pitchFamily="18" charset="0"/>
              <a:cs typeface="Times New Roman" panose="02020603050405020304" pitchFamily="18" charset="0"/>
            </a:endParaRPr>
          </a:p>
        </p:txBody>
      </p:sp>
      <p:pic>
        <p:nvPicPr>
          <p:cNvPr id="10" name="Image 9" descr="Une image contenant dessin humoristique, blanc&#10;&#10;Description générée automatiquement">
            <a:extLst>
              <a:ext uri="{FF2B5EF4-FFF2-40B4-BE49-F238E27FC236}">
                <a16:creationId xmlns:a16="http://schemas.microsoft.com/office/drawing/2014/main" id="{82A1D90F-6492-85A3-12DD-B16CA2B546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15556" y="4571117"/>
            <a:ext cx="3048000" cy="1714500"/>
          </a:xfrm>
          <a:prstGeom prst="rect">
            <a:avLst/>
          </a:prstGeom>
        </p:spPr>
      </p:pic>
    </p:spTree>
    <p:extLst>
      <p:ext uri="{BB962C8B-B14F-4D97-AF65-F5344CB8AC3E}">
        <p14:creationId xmlns:p14="http://schemas.microsoft.com/office/powerpoint/2010/main" val="1421872359"/>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1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p:cTn id="17" dur="1000" fill="hold"/>
                                        <p:tgtEl>
                                          <p:spTgt spid="10"/>
                                        </p:tgtEl>
                                        <p:attrNameLst>
                                          <p:attrName>ppt_w</p:attrName>
                                        </p:attrNameLst>
                                      </p:cBhvr>
                                      <p:tavLst>
                                        <p:tav tm="0">
                                          <p:val>
                                            <p:fltVal val="0"/>
                                          </p:val>
                                        </p:tav>
                                        <p:tav tm="100000">
                                          <p:val>
                                            <p:strVal val="#ppt_w"/>
                                          </p:val>
                                        </p:tav>
                                      </p:tavLst>
                                    </p:anim>
                                    <p:anim calcmode="lin" valueType="num">
                                      <p:cBhvr>
                                        <p:cTn id="18" dur="1000" fill="hold"/>
                                        <p:tgtEl>
                                          <p:spTgt spid="10"/>
                                        </p:tgtEl>
                                        <p:attrNameLst>
                                          <p:attrName>ppt_h</p:attrName>
                                        </p:attrNameLst>
                                      </p:cBhvr>
                                      <p:tavLst>
                                        <p:tav tm="0">
                                          <p:val>
                                            <p:fltVal val="0"/>
                                          </p:val>
                                        </p:tav>
                                        <p:tav tm="100000">
                                          <p:val>
                                            <p:strVal val="#ppt_h"/>
                                          </p:val>
                                        </p:tav>
                                      </p:tavLst>
                                    </p:anim>
                                    <p:anim calcmode="lin" valueType="num">
                                      <p:cBhvr>
                                        <p:cTn id="19" dur="1000" fill="hold"/>
                                        <p:tgtEl>
                                          <p:spTgt spid="10"/>
                                        </p:tgtEl>
                                        <p:attrNameLst>
                                          <p:attrName>style.rotation</p:attrName>
                                        </p:attrNameLst>
                                      </p:cBhvr>
                                      <p:tavLst>
                                        <p:tav tm="0">
                                          <p:val>
                                            <p:fltVal val="90"/>
                                          </p:val>
                                        </p:tav>
                                        <p:tav tm="100000">
                                          <p:val>
                                            <p:fltVal val="0"/>
                                          </p:val>
                                        </p:tav>
                                      </p:tavLst>
                                    </p:anim>
                                    <p:animEffect transition="in" filter="fade">
                                      <p:cBhvr>
                                        <p:cTn id="20"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Thème Office">
  <a:themeElements>
    <a:clrScheme name="Nuances de gris">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1CD0E9FF3B3524C8AFB9C2DB07CD6D2" ma:contentTypeVersion="6" ma:contentTypeDescription="Crée un document." ma:contentTypeScope="" ma:versionID="fa988e52d3ac144243351af26ab7cbfd">
  <xsd:schema xmlns:xsd="http://www.w3.org/2001/XMLSchema" xmlns:xs="http://www.w3.org/2001/XMLSchema" xmlns:p="http://schemas.microsoft.com/office/2006/metadata/properties" xmlns:ns3="7c31b136-44a5-47eb-a5fe-193456c05f49" xmlns:ns4="96eaa674-0c82-4178-85b8-b37f24a4e96b" targetNamespace="http://schemas.microsoft.com/office/2006/metadata/properties" ma:root="true" ma:fieldsID="5353d1e3187b852d637e277affafa5ea" ns3:_="" ns4:_="">
    <xsd:import namespace="7c31b136-44a5-47eb-a5fe-193456c05f49"/>
    <xsd:import namespace="96eaa674-0c82-4178-85b8-b37f24a4e96b"/>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31b136-44a5-47eb-a5fe-193456c05f4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3" nillable="true" ma:displayName="_activity" ma:hidden="true" ma:internalName="_activity">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6eaa674-0c82-4178-85b8-b37f24a4e96b" elementFormDefault="qualified">
    <xsd:import namespace="http://schemas.microsoft.com/office/2006/documentManagement/types"/>
    <xsd:import namespace="http://schemas.microsoft.com/office/infopath/2007/PartnerControls"/>
    <xsd:element name="SharedWithUsers" ma:index="10"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Partagé avec détails" ma:internalName="SharedWithDetails" ma:readOnly="true">
      <xsd:simpleType>
        <xsd:restriction base="dms:Note">
          <xsd:maxLength value="255"/>
        </xsd:restriction>
      </xsd:simpleType>
    </xsd:element>
    <xsd:element name="SharingHintHash" ma:index="12" nillable="true" ma:displayName="Partage du hachage d’indicateur"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7c31b136-44a5-47eb-a5fe-193456c05f49" xsi:nil="true"/>
  </documentManagement>
</p:properties>
</file>

<file path=customXml/itemProps1.xml><?xml version="1.0" encoding="utf-8"?>
<ds:datastoreItem xmlns:ds="http://schemas.openxmlformats.org/officeDocument/2006/customXml" ds:itemID="{5D418C65-3E08-41B5-9852-E51AD626EA74}">
  <ds:schemaRefs>
    <ds:schemaRef ds:uri="http://schemas.microsoft.com/sharepoint/v3/contenttype/forms"/>
  </ds:schemaRefs>
</ds:datastoreItem>
</file>

<file path=customXml/itemProps2.xml><?xml version="1.0" encoding="utf-8"?>
<ds:datastoreItem xmlns:ds="http://schemas.openxmlformats.org/officeDocument/2006/customXml" ds:itemID="{C84F9D7C-093C-4D10-A5E8-F65B0D844D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c31b136-44a5-47eb-a5fe-193456c05f49"/>
    <ds:schemaRef ds:uri="96eaa674-0c82-4178-85b8-b37f24a4e96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E3039F9-6A98-4C1F-9DBF-AD3D0E42A22E}">
  <ds:schemaRefs>
    <ds:schemaRef ds:uri="http://schemas.openxmlformats.org/package/2006/metadata/core-properties"/>
    <ds:schemaRef ds:uri="96eaa674-0c82-4178-85b8-b37f24a4e96b"/>
    <ds:schemaRef ds:uri="http://schemas.microsoft.com/office/2006/metadata/properties"/>
    <ds:schemaRef ds:uri="http://schemas.microsoft.com/office/2006/documentManagement/types"/>
    <ds:schemaRef ds:uri="http://purl.org/dc/dcmitype/"/>
    <ds:schemaRef ds:uri="http://purl.org/dc/terms/"/>
    <ds:schemaRef ds:uri="http://purl.org/dc/elements/1.1/"/>
    <ds:schemaRef ds:uri="http://www.w3.org/XML/1998/namespace"/>
    <ds:schemaRef ds:uri="http://schemas.microsoft.com/office/infopath/2007/PartnerControls"/>
    <ds:schemaRef ds:uri="7c31b136-44a5-47eb-a5fe-193456c05f49"/>
  </ds:schemaRefs>
</ds:datastoreItem>
</file>

<file path=docProps/app.xml><?xml version="1.0" encoding="utf-8"?>
<Properties xmlns="http://schemas.openxmlformats.org/officeDocument/2006/extended-properties" xmlns:vt="http://schemas.openxmlformats.org/officeDocument/2006/docPropsVTypes">
  <TotalTime>1309</TotalTime>
  <Words>1273</Words>
  <Application>Microsoft Office PowerPoint</Application>
  <PresentationFormat>Widescreen</PresentationFormat>
  <Paragraphs>149</Paragraphs>
  <Slides>27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Calibri</vt:lpstr>
      <vt:lpstr>Calibri Light</vt:lpstr>
      <vt:lpstr>Courier New</vt:lpstr>
      <vt:lpstr>Söhne</vt:lpstr>
      <vt:lpstr>Times New Roman</vt:lpstr>
      <vt:lpstr>Wingdings</vt:lpstr>
      <vt:lpstr>Thème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SIHAM</dc:creator>
  <cp:lastModifiedBy>ilyas j</cp:lastModifiedBy>
  <cp:revision>17</cp:revision>
  <dcterms:created xsi:type="dcterms:W3CDTF">2023-06-20T13:31:34Z</dcterms:created>
  <dcterms:modified xsi:type="dcterms:W3CDTF">2024-10-30T00:47:58Z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0x010100F1CD0E9FF3B3524C8AFB9C2DB07CD6D2</vt:lpwstr>
  </property>
</Properties>
</file>